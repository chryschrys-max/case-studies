
<file path=[Content_Types].xml><?xml version="1.0" encoding="utf-8"?>
<Types xmlns="http://schemas.openxmlformats.org/package/2006/content-types">
  <Default ContentType="application/x-fontdata" Extension="fntdata"/>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38.xml"/>
  <Override ContentType="application/vnd.openxmlformats-officedocument.presentationml.slideLayout+xml" PartName="/ppt/slideLayouts/slideLayout42.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39.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4.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96" r:id="rId4"/>
  </p:sldMasterIdLst>
  <p:notesMasterIdLst>
    <p:notesMasterId r:id="rId5"/>
  </p:notesMasterIdLst>
  <p:sldIdLst>
    <p:sldId id="256" r:id="rId6"/>
    <p:sldId id="257" r:id="rId7"/>
    <p:sldId id="258" r:id="rId8"/>
    <p:sldId id="259" r:id="rId9"/>
    <p:sldId id="260" r:id="rId10"/>
  </p:sldIdLst>
  <p:sldSz cy="5143500" cx="9144000"/>
  <p:notesSz cx="6858000" cy="9144000"/>
  <p:embeddedFontLst>
    <p:embeddedFont>
      <p:font typeface="Gowun Batang"/>
      <p:regular r:id="rId11"/>
      <p:bold r:id="rId1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font" Target="fonts/GowunBatang-regular.fntdata"/><Relationship Id="rId10" Type="http://schemas.openxmlformats.org/officeDocument/2006/relationships/slide" Target="slides/slide5.xml"/><Relationship Id="rId12" Type="http://schemas.openxmlformats.org/officeDocument/2006/relationships/font" Target="fonts/GowunBatang-bold.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p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51" name="Google Shape;351;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p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59" name="Google Shape;359;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3" name="Shape 393"/>
        <p:cNvGrpSpPr/>
        <p:nvPr/>
      </p:nvGrpSpPr>
      <p:grpSpPr>
        <a:xfrm>
          <a:off x="0" y="0"/>
          <a:ext cx="0" cy="0"/>
          <a:chOff x="0" y="0"/>
          <a:chExt cx="0" cy="0"/>
        </a:xfrm>
      </p:grpSpPr>
      <p:sp>
        <p:nvSpPr>
          <p:cNvPr id="394" name="Google Shape;394;p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95" name="Google Shape;395;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 name="Shape 429"/>
        <p:cNvGrpSpPr/>
        <p:nvPr/>
      </p:nvGrpSpPr>
      <p:grpSpPr>
        <a:xfrm>
          <a:off x="0" y="0"/>
          <a:ext cx="0" cy="0"/>
          <a:chOff x="0" y="0"/>
          <a:chExt cx="0" cy="0"/>
        </a:xfrm>
      </p:grpSpPr>
      <p:sp>
        <p:nvSpPr>
          <p:cNvPr id="430" name="Google Shape;430;p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31" name="Google Shape;431;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0" name="Shape 450"/>
        <p:cNvGrpSpPr/>
        <p:nvPr/>
      </p:nvGrpSpPr>
      <p:grpSpPr>
        <a:xfrm>
          <a:off x="0" y="0"/>
          <a:ext cx="0" cy="0"/>
          <a:chOff x="0" y="0"/>
          <a:chExt cx="0" cy="0"/>
        </a:xfrm>
      </p:grpSpPr>
      <p:sp>
        <p:nvSpPr>
          <p:cNvPr id="451" name="Google Shape;451;p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52" name="Google Shape;452;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with header and footer" type="title">
  <p:cSld name="TITLE">
    <p:spTree>
      <p:nvGrpSpPr>
        <p:cNvPr id="9" name="Shape 9"/>
        <p:cNvGrpSpPr/>
        <p:nvPr/>
      </p:nvGrpSpPr>
      <p:grpSpPr>
        <a:xfrm>
          <a:off x="0" y="0"/>
          <a:ext cx="0" cy="0"/>
          <a:chOff x="0" y="0"/>
          <a:chExt cx="0" cy="0"/>
        </a:xfrm>
      </p:grpSpPr>
      <p:sp>
        <p:nvSpPr>
          <p:cNvPr id="10" name="Google Shape;10;p2"/>
          <p:cNvSpPr txBox="1"/>
          <p:nvPr>
            <p:ph idx="1" type="body"/>
          </p:nvPr>
        </p:nvSpPr>
        <p:spPr>
          <a:xfrm>
            <a:off x="228600" y="2856025"/>
            <a:ext cx="1889400" cy="670200"/>
          </a:xfrm>
          <a:prstGeom prst="rect">
            <a:avLst/>
          </a:prstGeom>
          <a:noFill/>
          <a:ln>
            <a:noFill/>
          </a:ln>
        </p:spPr>
        <p:txBody>
          <a:bodyPr anchorCtr="0" anchor="t" bIns="91425" lIns="91425" spcFirstLastPara="1" rIns="91425" wrap="square" tIns="91425">
            <a:noAutofit/>
          </a:bodyPr>
          <a:lstStyle>
            <a:lvl1pPr indent="-285750" lvl="0" marL="457200" algn="l">
              <a:lnSpc>
                <a:spcPct val="100000"/>
              </a:lnSpc>
              <a:spcBef>
                <a:spcPts val="0"/>
              </a:spcBef>
              <a:spcAft>
                <a:spcPts val="0"/>
              </a:spcAft>
              <a:buSzPts val="900"/>
              <a:buChar char="●"/>
              <a:defRPr/>
            </a:lvl1pPr>
            <a:lvl2pPr indent="-285750" lvl="1" marL="914400" algn="l">
              <a:lnSpc>
                <a:spcPct val="100000"/>
              </a:lnSpc>
              <a:spcBef>
                <a:spcPts val="0"/>
              </a:spcBef>
              <a:spcAft>
                <a:spcPts val="0"/>
              </a:spcAft>
              <a:buSzPts val="900"/>
              <a:buChar char="○"/>
              <a:defRPr/>
            </a:lvl2pPr>
            <a:lvl3pPr indent="-285750" lvl="2" marL="1371600" algn="l">
              <a:lnSpc>
                <a:spcPct val="100000"/>
              </a:lnSpc>
              <a:spcBef>
                <a:spcPts val="0"/>
              </a:spcBef>
              <a:spcAft>
                <a:spcPts val="0"/>
              </a:spcAft>
              <a:buSzPts val="900"/>
              <a:buChar char="■"/>
              <a:defRPr/>
            </a:lvl3pPr>
            <a:lvl4pPr indent="-285750" lvl="3" marL="1828800" algn="l">
              <a:lnSpc>
                <a:spcPct val="100000"/>
              </a:lnSpc>
              <a:spcBef>
                <a:spcPts val="0"/>
              </a:spcBef>
              <a:spcAft>
                <a:spcPts val="0"/>
              </a:spcAft>
              <a:buSzPts val="900"/>
              <a:buChar char="●"/>
              <a:defRPr/>
            </a:lvl4pPr>
            <a:lvl5pPr indent="-285750" lvl="4" marL="2286000" algn="l">
              <a:lnSpc>
                <a:spcPct val="100000"/>
              </a:lnSpc>
              <a:spcBef>
                <a:spcPts val="0"/>
              </a:spcBef>
              <a:spcAft>
                <a:spcPts val="0"/>
              </a:spcAft>
              <a:buSzPts val="900"/>
              <a:buChar char="○"/>
              <a:defRPr/>
            </a:lvl5pPr>
            <a:lvl6pPr indent="-285750" lvl="5" marL="2743200" algn="l">
              <a:lnSpc>
                <a:spcPct val="100000"/>
              </a:lnSpc>
              <a:spcBef>
                <a:spcPts val="0"/>
              </a:spcBef>
              <a:spcAft>
                <a:spcPts val="0"/>
              </a:spcAft>
              <a:buSzPts val="900"/>
              <a:buChar char="■"/>
              <a:defRPr/>
            </a:lvl6pPr>
            <a:lvl7pPr indent="-285750" lvl="6" marL="3200400" algn="l">
              <a:lnSpc>
                <a:spcPct val="100000"/>
              </a:lnSpc>
              <a:spcBef>
                <a:spcPts val="0"/>
              </a:spcBef>
              <a:spcAft>
                <a:spcPts val="0"/>
              </a:spcAft>
              <a:buSzPts val="900"/>
              <a:buChar char="●"/>
              <a:defRPr/>
            </a:lvl7pPr>
            <a:lvl8pPr indent="-285750" lvl="7" marL="3657600" algn="l">
              <a:lnSpc>
                <a:spcPct val="100000"/>
              </a:lnSpc>
              <a:spcBef>
                <a:spcPts val="0"/>
              </a:spcBef>
              <a:spcAft>
                <a:spcPts val="0"/>
              </a:spcAft>
              <a:buSzPts val="900"/>
              <a:buChar char="○"/>
              <a:defRPr/>
            </a:lvl8pPr>
            <a:lvl9pPr indent="-285750" lvl="8" marL="4114800" algn="l">
              <a:lnSpc>
                <a:spcPct val="100000"/>
              </a:lnSpc>
              <a:spcBef>
                <a:spcPts val="0"/>
              </a:spcBef>
              <a:spcAft>
                <a:spcPts val="0"/>
              </a:spcAft>
              <a:buSzPts val="900"/>
              <a:buChar char="■"/>
              <a:defRPr/>
            </a:lvl9pPr>
          </a:lstStyle>
          <a:p/>
        </p:txBody>
      </p:sp>
      <p:sp>
        <p:nvSpPr>
          <p:cNvPr id="11" name="Google Shape;11;p2"/>
          <p:cNvSpPr txBox="1"/>
          <p:nvPr>
            <p:ph idx="2" type="body"/>
          </p:nvPr>
        </p:nvSpPr>
        <p:spPr>
          <a:xfrm>
            <a:off x="228600" y="168075"/>
            <a:ext cx="1889400" cy="324300"/>
          </a:xfrm>
          <a:prstGeom prst="rect">
            <a:avLst/>
          </a:prstGeom>
          <a:noFill/>
          <a:ln>
            <a:noFill/>
          </a:ln>
        </p:spPr>
        <p:txBody>
          <a:bodyPr anchorCtr="0" anchor="t" bIns="91425" lIns="91425" spcFirstLastPara="1" rIns="91425" wrap="square" tIns="91425">
            <a:noAutofit/>
          </a:bodyPr>
          <a:lstStyle>
            <a:lvl1pPr indent="-285750" lvl="0" marL="457200" algn="l">
              <a:lnSpc>
                <a:spcPct val="100000"/>
              </a:lnSpc>
              <a:spcBef>
                <a:spcPts val="0"/>
              </a:spcBef>
              <a:spcAft>
                <a:spcPts val="0"/>
              </a:spcAft>
              <a:buSzPts val="900"/>
              <a:buChar char="●"/>
              <a:defRPr/>
            </a:lvl1pPr>
            <a:lvl2pPr indent="-285750" lvl="1" marL="914400" algn="l">
              <a:lnSpc>
                <a:spcPct val="100000"/>
              </a:lnSpc>
              <a:spcBef>
                <a:spcPts val="0"/>
              </a:spcBef>
              <a:spcAft>
                <a:spcPts val="0"/>
              </a:spcAft>
              <a:buSzPts val="900"/>
              <a:buChar char="○"/>
              <a:defRPr/>
            </a:lvl2pPr>
            <a:lvl3pPr indent="-285750" lvl="2" marL="1371600" algn="l">
              <a:lnSpc>
                <a:spcPct val="100000"/>
              </a:lnSpc>
              <a:spcBef>
                <a:spcPts val="0"/>
              </a:spcBef>
              <a:spcAft>
                <a:spcPts val="0"/>
              </a:spcAft>
              <a:buSzPts val="900"/>
              <a:buChar char="■"/>
              <a:defRPr/>
            </a:lvl3pPr>
            <a:lvl4pPr indent="-285750" lvl="3" marL="1828800" algn="l">
              <a:lnSpc>
                <a:spcPct val="100000"/>
              </a:lnSpc>
              <a:spcBef>
                <a:spcPts val="0"/>
              </a:spcBef>
              <a:spcAft>
                <a:spcPts val="0"/>
              </a:spcAft>
              <a:buSzPts val="900"/>
              <a:buChar char="●"/>
              <a:defRPr/>
            </a:lvl4pPr>
            <a:lvl5pPr indent="-285750" lvl="4" marL="2286000" algn="l">
              <a:lnSpc>
                <a:spcPct val="100000"/>
              </a:lnSpc>
              <a:spcBef>
                <a:spcPts val="0"/>
              </a:spcBef>
              <a:spcAft>
                <a:spcPts val="0"/>
              </a:spcAft>
              <a:buSzPts val="900"/>
              <a:buChar char="○"/>
              <a:defRPr/>
            </a:lvl5pPr>
            <a:lvl6pPr indent="-285750" lvl="5" marL="2743200" algn="l">
              <a:lnSpc>
                <a:spcPct val="100000"/>
              </a:lnSpc>
              <a:spcBef>
                <a:spcPts val="0"/>
              </a:spcBef>
              <a:spcAft>
                <a:spcPts val="0"/>
              </a:spcAft>
              <a:buSzPts val="900"/>
              <a:buChar char="■"/>
              <a:defRPr/>
            </a:lvl6pPr>
            <a:lvl7pPr indent="-285750" lvl="6" marL="3200400" algn="l">
              <a:lnSpc>
                <a:spcPct val="100000"/>
              </a:lnSpc>
              <a:spcBef>
                <a:spcPts val="0"/>
              </a:spcBef>
              <a:spcAft>
                <a:spcPts val="0"/>
              </a:spcAft>
              <a:buSzPts val="900"/>
              <a:buChar char="●"/>
              <a:defRPr/>
            </a:lvl7pPr>
            <a:lvl8pPr indent="-285750" lvl="7" marL="3657600" algn="l">
              <a:lnSpc>
                <a:spcPct val="100000"/>
              </a:lnSpc>
              <a:spcBef>
                <a:spcPts val="0"/>
              </a:spcBef>
              <a:spcAft>
                <a:spcPts val="0"/>
              </a:spcAft>
              <a:buSzPts val="900"/>
              <a:buChar char="○"/>
              <a:defRPr/>
            </a:lvl8pPr>
            <a:lvl9pPr indent="-285750" lvl="8" marL="4114800" algn="l">
              <a:lnSpc>
                <a:spcPct val="100000"/>
              </a:lnSpc>
              <a:spcBef>
                <a:spcPts val="0"/>
              </a:spcBef>
              <a:spcAft>
                <a:spcPts val="0"/>
              </a:spcAft>
              <a:buSzPts val="900"/>
              <a:buChar char="■"/>
              <a:defRPr/>
            </a:lvl9pPr>
          </a:lstStyle>
          <a:p/>
        </p:txBody>
      </p:sp>
      <p:sp>
        <p:nvSpPr>
          <p:cNvPr id="12" name="Google Shape;12;p2"/>
          <p:cNvSpPr txBox="1"/>
          <p:nvPr>
            <p:ph idx="12" type="sldNum"/>
          </p:nvPr>
        </p:nvSpPr>
        <p:spPr>
          <a:xfrm>
            <a:off x="7426775" y="4679000"/>
            <a:ext cx="1502400" cy="3243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9pPr>
          </a:lstStyle>
          <a:p>
            <a:pPr indent="0" lvl="0" marL="0" rtl="0" algn="r">
              <a:spcBef>
                <a:spcPts val="0"/>
              </a:spcBef>
              <a:spcAft>
                <a:spcPts val="0"/>
              </a:spcAft>
              <a:buNone/>
            </a:pPr>
            <a:fld id="{00000000-1234-1234-1234-123412341234}" type="slidenum">
              <a:rPr lang="en"/>
              <a:t>‹#›</a:t>
            </a:fld>
            <a:endParaRPr/>
          </a:p>
        </p:txBody>
      </p:sp>
      <p:sp>
        <p:nvSpPr>
          <p:cNvPr id="13" name="Google Shape;13;p2"/>
          <p:cNvSpPr txBox="1"/>
          <p:nvPr>
            <p:ph idx="3" type="body"/>
          </p:nvPr>
        </p:nvSpPr>
        <p:spPr>
          <a:xfrm>
            <a:off x="228600" y="4679000"/>
            <a:ext cx="4343400" cy="324300"/>
          </a:xfrm>
          <a:prstGeom prst="rect">
            <a:avLst/>
          </a:prstGeom>
          <a:noFill/>
          <a:ln>
            <a:noFill/>
          </a:ln>
        </p:spPr>
        <p:txBody>
          <a:bodyPr anchorCtr="0" anchor="t" bIns="91425" lIns="91425" spcFirstLastPara="1" rIns="91425" wrap="square" tIns="91425">
            <a:noAutofit/>
          </a:bodyPr>
          <a:lstStyle>
            <a:lvl1pPr indent="-285750" lvl="0" marL="457200" algn="l">
              <a:lnSpc>
                <a:spcPct val="100000"/>
              </a:lnSpc>
              <a:spcBef>
                <a:spcPts val="0"/>
              </a:spcBef>
              <a:spcAft>
                <a:spcPts val="0"/>
              </a:spcAft>
              <a:buSzPts val="900"/>
              <a:buChar char="●"/>
              <a:defRPr/>
            </a:lvl1pPr>
            <a:lvl2pPr indent="-285750" lvl="1" marL="914400" algn="l">
              <a:lnSpc>
                <a:spcPct val="100000"/>
              </a:lnSpc>
              <a:spcBef>
                <a:spcPts val="0"/>
              </a:spcBef>
              <a:spcAft>
                <a:spcPts val="0"/>
              </a:spcAft>
              <a:buSzPts val="900"/>
              <a:buChar char="○"/>
              <a:defRPr/>
            </a:lvl2pPr>
            <a:lvl3pPr indent="-285750" lvl="2" marL="1371600" algn="l">
              <a:lnSpc>
                <a:spcPct val="100000"/>
              </a:lnSpc>
              <a:spcBef>
                <a:spcPts val="0"/>
              </a:spcBef>
              <a:spcAft>
                <a:spcPts val="0"/>
              </a:spcAft>
              <a:buSzPts val="900"/>
              <a:buChar char="■"/>
              <a:defRPr/>
            </a:lvl3pPr>
            <a:lvl4pPr indent="-285750" lvl="3" marL="1828800" algn="l">
              <a:lnSpc>
                <a:spcPct val="100000"/>
              </a:lnSpc>
              <a:spcBef>
                <a:spcPts val="0"/>
              </a:spcBef>
              <a:spcAft>
                <a:spcPts val="0"/>
              </a:spcAft>
              <a:buSzPts val="900"/>
              <a:buChar char="●"/>
              <a:defRPr/>
            </a:lvl4pPr>
            <a:lvl5pPr indent="-285750" lvl="4" marL="2286000" algn="l">
              <a:lnSpc>
                <a:spcPct val="100000"/>
              </a:lnSpc>
              <a:spcBef>
                <a:spcPts val="0"/>
              </a:spcBef>
              <a:spcAft>
                <a:spcPts val="0"/>
              </a:spcAft>
              <a:buSzPts val="900"/>
              <a:buChar char="○"/>
              <a:defRPr/>
            </a:lvl5pPr>
            <a:lvl6pPr indent="-285750" lvl="5" marL="2743200" algn="l">
              <a:lnSpc>
                <a:spcPct val="100000"/>
              </a:lnSpc>
              <a:spcBef>
                <a:spcPts val="0"/>
              </a:spcBef>
              <a:spcAft>
                <a:spcPts val="0"/>
              </a:spcAft>
              <a:buSzPts val="900"/>
              <a:buChar char="■"/>
              <a:defRPr/>
            </a:lvl6pPr>
            <a:lvl7pPr indent="-285750" lvl="6" marL="3200400" algn="l">
              <a:lnSpc>
                <a:spcPct val="100000"/>
              </a:lnSpc>
              <a:spcBef>
                <a:spcPts val="0"/>
              </a:spcBef>
              <a:spcAft>
                <a:spcPts val="0"/>
              </a:spcAft>
              <a:buSzPts val="900"/>
              <a:buChar char="●"/>
              <a:defRPr/>
            </a:lvl7pPr>
            <a:lvl8pPr indent="-285750" lvl="7" marL="3657600" algn="l">
              <a:lnSpc>
                <a:spcPct val="100000"/>
              </a:lnSpc>
              <a:spcBef>
                <a:spcPts val="0"/>
              </a:spcBef>
              <a:spcAft>
                <a:spcPts val="0"/>
              </a:spcAft>
              <a:buSzPts val="900"/>
              <a:buChar char="○"/>
              <a:defRPr/>
            </a:lvl8pPr>
            <a:lvl9pPr indent="-285750" lvl="8" marL="4114800" algn="l">
              <a:lnSpc>
                <a:spcPct val="100000"/>
              </a:lnSpc>
              <a:spcBef>
                <a:spcPts val="0"/>
              </a:spcBef>
              <a:spcAft>
                <a:spcPts val="0"/>
              </a:spcAft>
              <a:buSzPts val="900"/>
              <a:buChar char="■"/>
              <a:defRPr/>
            </a:lvl9pPr>
          </a:lstStyle>
          <a:p/>
        </p:txBody>
      </p:sp>
      <p:sp>
        <p:nvSpPr>
          <p:cNvPr id="14" name="Google Shape;14;p2"/>
          <p:cNvSpPr txBox="1"/>
          <p:nvPr>
            <p:ph type="title"/>
          </p:nvPr>
        </p:nvSpPr>
        <p:spPr>
          <a:xfrm>
            <a:off x="228600" y="1909750"/>
            <a:ext cx="6232800" cy="9462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4500"/>
              <a:buNone/>
              <a:defRPr sz="4500"/>
            </a:lvl1pPr>
            <a:lvl2pPr lvl="1" algn="l">
              <a:lnSpc>
                <a:spcPct val="100000"/>
              </a:lnSpc>
              <a:spcBef>
                <a:spcPts val="0"/>
              </a:spcBef>
              <a:spcAft>
                <a:spcPts val="0"/>
              </a:spcAft>
              <a:buSzPts val="4500"/>
              <a:buNone/>
              <a:defRPr sz="4500"/>
            </a:lvl2pPr>
            <a:lvl3pPr lvl="2" algn="l">
              <a:lnSpc>
                <a:spcPct val="100000"/>
              </a:lnSpc>
              <a:spcBef>
                <a:spcPts val="0"/>
              </a:spcBef>
              <a:spcAft>
                <a:spcPts val="0"/>
              </a:spcAft>
              <a:buSzPts val="4500"/>
              <a:buNone/>
              <a:defRPr sz="4500"/>
            </a:lvl3pPr>
            <a:lvl4pPr lvl="3" algn="l">
              <a:lnSpc>
                <a:spcPct val="100000"/>
              </a:lnSpc>
              <a:spcBef>
                <a:spcPts val="0"/>
              </a:spcBef>
              <a:spcAft>
                <a:spcPts val="0"/>
              </a:spcAft>
              <a:buSzPts val="4500"/>
              <a:buNone/>
              <a:defRPr sz="4500"/>
            </a:lvl4pPr>
            <a:lvl5pPr lvl="4" algn="l">
              <a:lnSpc>
                <a:spcPct val="100000"/>
              </a:lnSpc>
              <a:spcBef>
                <a:spcPts val="0"/>
              </a:spcBef>
              <a:spcAft>
                <a:spcPts val="0"/>
              </a:spcAft>
              <a:buSzPts val="4500"/>
              <a:buNone/>
              <a:defRPr sz="4500"/>
            </a:lvl5pPr>
            <a:lvl6pPr lvl="5" algn="l">
              <a:lnSpc>
                <a:spcPct val="100000"/>
              </a:lnSpc>
              <a:spcBef>
                <a:spcPts val="0"/>
              </a:spcBef>
              <a:spcAft>
                <a:spcPts val="0"/>
              </a:spcAft>
              <a:buSzPts val="4500"/>
              <a:buNone/>
              <a:defRPr sz="4500"/>
            </a:lvl6pPr>
            <a:lvl7pPr lvl="6" algn="l">
              <a:lnSpc>
                <a:spcPct val="100000"/>
              </a:lnSpc>
              <a:spcBef>
                <a:spcPts val="0"/>
              </a:spcBef>
              <a:spcAft>
                <a:spcPts val="0"/>
              </a:spcAft>
              <a:buSzPts val="4500"/>
              <a:buNone/>
              <a:defRPr sz="4500"/>
            </a:lvl7pPr>
            <a:lvl8pPr lvl="7" algn="l">
              <a:lnSpc>
                <a:spcPct val="100000"/>
              </a:lnSpc>
              <a:spcBef>
                <a:spcPts val="0"/>
              </a:spcBef>
              <a:spcAft>
                <a:spcPts val="0"/>
              </a:spcAft>
              <a:buSzPts val="4500"/>
              <a:buNone/>
              <a:defRPr sz="4500"/>
            </a:lvl8pPr>
            <a:lvl9pPr lvl="8" algn="l">
              <a:lnSpc>
                <a:spcPct val="100000"/>
              </a:lnSpc>
              <a:spcBef>
                <a:spcPts val="0"/>
              </a:spcBef>
              <a:spcAft>
                <a:spcPts val="0"/>
              </a:spcAft>
              <a:buSzPts val="4500"/>
              <a:buNone/>
              <a:defRPr sz="4500"/>
            </a:lvl9pPr>
          </a:lstStyle>
          <a:p/>
        </p:txBody>
      </p:sp>
      <p:sp>
        <p:nvSpPr>
          <p:cNvPr id="15" name="Google Shape;15;p2"/>
          <p:cNvSpPr txBox="1"/>
          <p:nvPr>
            <p:ph idx="4" type="body"/>
          </p:nvPr>
        </p:nvSpPr>
        <p:spPr>
          <a:xfrm>
            <a:off x="2400300" y="2856025"/>
            <a:ext cx="1889400" cy="670200"/>
          </a:xfrm>
          <a:prstGeom prst="rect">
            <a:avLst/>
          </a:prstGeom>
          <a:noFill/>
          <a:ln>
            <a:noFill/>
          </a:ln>
        </p:spPr>
        <p:txBody>
          <a:bodyPr anchorCtr="0" anchor="t" bIns="91425" lIns="91425" spcFirstLastPara="1" rIns="91425" wrap="square" tIns="91425">
            <a:noAutofit/>
          </a:bodyPr>
          <a:lstStyle>
            <a:lvl1pPr indent="-285750" lvl="0" marL="457200" algn="l">
              <a:lnSpc>
                <a:spcPct val="100000"/>
              </a:lnSpc>
              <a:spcBef>
                <a:spcPts val="0"/>
              </a:spcBef>
              <a:spcAft>
                <a:spcPts val="0"/>
              </a:spcAft>
              <a:buSzPts val="900"/>
              <a:buChar char="●"/>
              <a:defRPr/>
            </a:lvl1pPr>
            <a:lvl2pPr indent="-285750" lvl="1" marL="914400" algn="l">
              <a:lnSpc>
                <a:spcPct val="100000"/>
              </a:lnSpc>
              <a:spcBef>
                <a:spcPts val="0"/>
              </a:spcBef>
              <a:spcAft>
                <a:spcPts val="0"/>
              </a:spcAft>
              <a:buSzPts val="900"/>
              <a:buChar char="○"/>
              <a:defRPr/>
            </a:lvl2pPr>
            <a:lvl3pPr indent="-285750" lvl="2" marL="1371600" algn="l">
              <a:lnSpc>
                <a:spcPct val="100000"/>
              </a:lnSpc>
              <a:spcBef>
                <a:spcPts val="0"/>
              </a:spcBef>
              <a:spcAft>
                <a:spcPts val="0"/>
              </a:spcAft>
              <a:buSzPts val="900"/>
              <a:buChar char="■"/>
              <a:defRPr/>
            </a:lvl3pPr>
            <a:lvl4pPr indent="-285750" lvl="3" marL="1828800" algn="l">
              <a:lnSpc>
                <a:spcPct val="100000"/>
              </a:lnSpc>
              <a:spcBef>
                <a:spcPts val="0"/>
              </a:spcBef>
              <a:spcAft>
                <a:spcPts val="0"/>
              </a:spcAft>
              <a:buSzPts val="900"/>
              <a:buChar char="●"/>
              <a:defRPr/>
            </a:lvl4pPr>
            <a:lvl5pPr indent="-285750" lvl="4" marL="2286000" algn="l">
              <a:lnSpc>
                <a:spcPct val="100000"/>
              </a:lnSpc>
              <a:spcBef>
                <a:spcPts val="0"/>
              </a:spcBef>
              <a:spcAft>
                <a:spcPts val="0"/>
              </a:spcAft>
              <a:buSzPts val="900"/>
              <a:buChar char="○"/>
              <a:defRPr/>
            </a:lvl5pPr>
            <a:lvl6pPr indent="-285750" lvl="5" marL="2743200" algn="l">
              <a:lnSpc>
                <a:spcPct val="100000"/>
              </a:lnSpc>
              <a:spcBef>
                <a:spcPts val="0"/>
              </a:spcBef>
              <a:spcAft>
                <a:spcPts val="0"/>
              </a:spcAft>
              <a:buSzPts val="900"/>
              <a:buChar char="■"/>
              <a:defRPr/>
            </a:lvl6pPr>
            <a:lvl7pPr indent="-285750" lvl="6" marL="3200400" algn="l">
              <a:lnSpc>
                <a:spcPct val="100000"/>
              </a:lnSpc>
              <a:spcBef>
                <a:spcPts val="0"/>
              </a:spcBef>
              <a:spcAft>
                <a:spcPts val="0"/>
              </a:spcAft>
              <a:buSzPts val="900"/>
              <a:buChar char="●"/>
              <a:defRPr/>
            </a:lvl7pPr>
            <a:lvl8pPr indent="-285750" lvl="7" marL="3657600" algn="l">
              <a:lnSpc>
                <a:spcPct val="100000"/>
              </a:lnSpc>
              <a:spcBef>
                <a:spcPts val="0"/>
              </a:spcBef>
              <a:spcAft>
                <a:spcPts val="0"/>
              </a:spcAft>
              <a:buSzPts val="900"/>
              <a:buChar char="○"/>
              <a:defRPr/>
            </a:lvl8pPr>
            <a:lvl9pPr indent="-285750" lvl="8" marL="4114800" algn="l">
              <a:lnSpc>
                <a:spcPct val="100000"/>
              </a:lnSpc>
              <a:spcBef>
                <a:spcPts val="0"/>
              </a:spcBef>
              <a:spcAft>
                <a:spcPts val="0"/>
              </a:spcAft>
              <a:buSzPts val="900"/>
              <a:buChar char="■"/>
              <a:defRPr/>
            </a:lvl9pPr>
          </a:lstStyle>
          <a:p/>
        </p:txBody>
      </p:sp>
      <p:sp>
        <p:nvSpPr>
          <p:cNvPr id="16" name="Google Shape;16;p2"/>
          <p:cNvSpPr txBox="1"/>
          <p:nvPr>
            <p:ph idx="5" type="body"/>
          </p:nvPr>
        </p:nvSpPr>
        <p:spPr>
          <a:xfrm>
            <a:off x="2400300" y="168075"/>
            <a:ext cx="1889400" cy="324300"/>
          </a:xfrm>
          <a:prstGeom prst="rect">
            <a:avLst/>
          </a:prstGeom>
          <a:noFill/>
          <a:ln>
            <a:noFill/>
          </a:ln>
        </p:spPr>
        <p:txBody>
          <a:bodyPr anchorCtr="0" anchor="t" bIns="91425" lIns="91425" spcFirstLastPara="1" rIns="91425" wrap="square" tIns="91425">
            <a:noAutofit/>
          </a:bodyPr>
          <a:lstStyle>
            <a:lvl1pPr indent="-285750" lvl="0" marL="457200" algn="l">
              <a:lnSpc>
                <a:spcPct val="100000"/>
              </a:lnSpc>
              <a:spcBef>
                <a:spcPts val="0"/>
              </a:spcBef>
              <a:spcAft>
                <a:spcPts val="0"/>
              </a:spcAft>
              <a:buSzPts val="900"/>
              <a:buChar char="●"/>
              <a:defRPr/>
            </a:lvl1pPr>
            <a:lvl2pPr indent="-285750" lvl="1" marL="914400" algn="l">
              <a:lnSpc>
                <a:spcPct val="100000"/>
              </a:lnSpc>
              <a:spcBef>
                <a:spcPts val="0"/>
              </a:spcBef>
              <a:spcAft>
                <a:spcPts val="0"/>
              </a:spcAft>
              <a:buSzPts val="900"/>
              <a:buChar char="○"/>
              <a:defRPr/>
            </a:lvl2pPr>
            <a:lvl3pPr indent="-285750" lvl="2" marL="1371600" algn="l">
              <a:lnSpc>
                <a:spcPct val="100000"/>
              </a:lnSpc>
              <a:spcBef>
                <a:spcPts val="0"/>
              </a:spcBef>
              <a:spcAft>
                <a:spcPts val="0"/>
              </a:spcAft>
              <a:buSzPts val="900"/>
              <a:buChar char="■"/>
              <a:defRPr/>
            </a:lvl3pPr>
            <a:lvl4pPr indent="-285750" lvl="3" marL="1828800" algn="l">
              <a:lnSpc>
                <a:spcPct val="100000"/>
              </a:lnSpc>
              <a:spcBef>
                <a:spcPts val="0"/>
              </a:spcBef>
              <a:spcAft>
                <a:spcPts val="0"/>
              </a:spcAft>
              <a:buSzPts val="900"/>
              <a:buChar char="●"/>
              <a:defRPr/>
            </a:lvl4pPr>
            <a:lvl5pPr indent="-285750" lvl="4" marL="2286000" algn="l">
              <a:lnSpc>
                <a:spcPct val="100000"/>
              </a:lnSpc>
              <a:spcBef>
                <a:spcPts val="0"/>
              </a:spcBef>
              <a:spcAft>
                <a:spcPts val="0"/>
              </a:spcAft>
              <a:buSzPts val="900"/>
              <a:buChar char="○"/>
              <a:defRPr/>
            </a:lvl5pPr>
            <a:lvl6pPr indent="-285750" lvl="5" marL="2743200" algn="l">
              <a:lnSpc>
                <a:spcPct val="100000"/>
              </a:lnSpc>
              <a:spcBef>
                <a:spcPts val="0"/>
              </a:spcBef>
              <a:spcAft>
                <a:spcPts val="0"/>
              </a:spcAft>
              <a:buSzPts val="900"/>
              <a:buChar char="■"/>
              <a:defRPr/>
            </a:lvl6pPr>
            <a:lvl7pPr indent="-285750" lvl="6" marL="3200400" algn="l">
              <a:lnSpc>
                <a:spcPct val="100000"/>
              </a:lnSpc>
              <a:spcBef>
                <a:spcPts val="0"/>
              </a:spcBef>
              <a:spcAft>
                <a:spcPts val="0"/>
              </a:spcAft>
              <a:buSzPts val="900"/>
              <a:buChar char="●"/>
              <a:defRPr/>
            </a:lvl7pPr>
            <a:lvl8pPr indent="-285750" lvl="7" marL="3657600" algn="l">
              <a:lnSpc>
                <a:spcPct val="100000"/>
              </a:lnSpc>
              <a:spcBef>
                <a:spcPts val="0"/>
              </a:spcBef>
              <a:spcAft>
                <a:spcPts val="0"/>
              </a:spcAft>
              <a:buSzPts val="900"/>
              <a:buChar char="○"/>
              <a:defRPr/>
            </a:lvl8pPr>
            <a:lvl9pPr indent="-285750" lvl="8" marL="4114800" algn="l">
              <a:lnSpc>
                <a:spcPct val="100000"/>
              </a:lnSpc>
              <a:spcBef>
                <a:spcPts val="0"/>
              </a:spcBef>
              <a:spcAft>
                <a:spcPts val="0"/>
              </a:spcAft>
              <a:buSzPts val="900"/>
              <a:buChar char="■"/>
              <a:defRPr/>
            </a:lvl9pPr>
          </a:lstStyle>
          <a:p/>
        </p:txBody>
      </p:sp>
      <p:sp>
        <p:nvSpPr>
          <p:cNvPr id="17" name="Google Shape;17;p2"/>
          <p:cNvSpPr txBox="1"/>
          <p:nvPr>
            <p:ph idx="6" type="body"/>
          </p:nvPr>
        </p:nvSpPr>
        <p:spPr>
          <a:xfrm>
            <a:off x="4572000" y="168075"/>
            <a:ext cx="1889400" cy="324300"/>
          </a:xfrm>
          <a:prstGeom prst="rect">
            <a:avLst/>
          </a:prstGeom>
          <a:noFill/>
          <a:ln>
            <a:noFill/>
          </a:ln>
        </p:spPr>
        <p:txBody>
          <a:bodyPr anchorCtr="0" anchor="t" bIns="91425" lIns="91425" spcFirstLastPara="1" rIns="91425" wrap="square" tIns="91425">
            <a:noAutofit/>
          </a:bodyPr>
          <a:lstStyle>
            <a:lvl1pPr indent="-285750" lvl="0" marL="457200" algn="l">
              <a:lnSpc>
                <a:spcPct val="100000"/>
              </a:lnSpc>
              <a:spcBef>
                <a:spcPts val="0"/>
              </a:spcBef>
              <a:spcAft>
                <a:spcPts val="0"/>
              </a:spcAft>
              <a:buSzPts val="900"/>
              <a:buChar char="●"/>
              <a:defRPr/>
            </a:lvl1pPr>
            <a:lvl2pPr indent="-285750" lvl="1" marL="914400" algn="l">
              <a:lnSpc>
                <a:spcPct val="100000"/>
              </a:lnSpc>
              <a:spcBef>
                <a:spcPts val="0"/>
              </a:spcBef>
              <a:spcAft>
                <a:spcPts val="0"/>
              </a:spcAft>
              <a:buSzPts val="900"/>
              <a:buChar char="○"/>
              <a:defRPr/>
            </a:lvl2pPr>
            <a:lvl3pPr indent="-285750" lvl="2" marL="1371600" algn="l">
              <a:lnSpc>
                <a:spcPct val="100000"/>
              </a:lnSpc>
              <a:spcBef>
                <a:spcPts val="0"/>
              </a:spcBef>
              <a:spcAft>
                <a:spcPts val="0"/>
              </a:spcAft>
              <a:buSzPts val="900"/>
              <a:buChar char="■"/>
              <a:defRPr/>
            </a:lvl3pPr>
            <a:lvl4pPr indent="-285750" lvl="3" marL="1828800" algn="l">
              <a:lnSpc>
                <a:spcPct val="100000"/>
              </a:lnSpc>
              <a:spcBef>
                <a:spcPts val="0"/>
              </a:spcBef>
              <a:spcAft>
                <a:spcPts val="0"/>
              </a:spcAft>
              <a:buSzPts val="900"/>
              <a:buChar char="●"/>
              <a:defRPr/>
            </a:lvl4pPr>
            <a:lvl5pPr indent="-285750" lvl="4" marL="2286000" algn="l">
              <a:lnSpc>
                <a:spcPct val="100000"/>
              </a:lnSpc>
              <a:spcBef>
                <a:spcPts val="0"/>
              </a:spcBef>
              <a:spcAft>
                <a:spcPts val="0"/>
              </a:spcAft>
              <a:buSzPts val="900"/>
              <a:buChar char="○"/>
              <a:defRPr/>
            </a:lvl5pPr>
            <a:lvl6pPr indent="-285750" lvl="5" marL="2743200" algn="l">
              <a:lnSpc>
                <a:spcPct val="100000"/>
              </a:lnSpc>
              <a:spcBef>
                <a:spcPts val="0"/>
              </a:spcBef>
              <a:spcAft>
                <a:spcPts val="0"/>
              </a:spcAft>
              <a:buSzPts val="900"/>
              <a:buChar char="■"/>
              <a:defRPr/>
            </a:lvl6pPr>
            <a:lvl7pPr indent="-285750" lvl="6" marL="3200400" algn="l">
              <a:lnSpc>
                <a:spcPct val="100000"/>
              </a:lnSpc>
              <a:spcBef>
                <a:spcPts val="0"/>
              </a:spcBef>
              <a:spcAft>
                <a:spcPts val="0"/>
              </a:spcAft>
              <a:buSzPts val="900"/>
              <a:buChar char="●"/>
              <a:defRPr/>
            </a:lvl7pPr>
            <a:lvl8pPr indent="-285750" lvl="7" marL="3657600" algn="l">
              <a:lnSpc>
                <a:spcPct val="100000"/>
              </a:lnSpc>
              <a:spcBef>
                <a:spcPts val="0"/>
              </a:spcBef>
              <a:spcAft>
                <a:spcPts val="0"/>
              </a:spcAft>
              <a:buSzPts val="900"/>
              <a:buChar char="○"/>
              <a:defRPr/>
            </a:lvl8pPr>
            <a:lvl9pPr indent="-285750" lvl="8" marL="4114800" algn="l">
              <a:lnSpc>
                <a:spcPct val="100000"/>
              </a:lnSpc>
              <a:spcBef>
                <a:spcPts val="0"/>
              </a:spcBef>
              <a:spcAft>
                <a:spcPts val="0"/>
              </a:spcAft>
              <a:buSzPts val="900"/>
              <a:buChar char="■"/>
              <a:defRPr/>
            </a:lvl9pPr>
          </a:lstStyle>
          <a:p/>
        </p:txBody>
      </p:sp>
      <p:sp>
        <p:nvSpPr>
          <p:cNvPr id="18" name="Google Shape;18;p2"/>
          <p:cNvSpPr txBox="1"/>
          <p:nvPr>
            <p:ph idx="7" type="body"/>
          </p:nvPr>
        </p:nvSpPr>
        <p:spPr>
          <a:xfrm>
            <a:off x="6743700" y="168075"/>
            <a:ext cx="1889400" cy="324300"/>
          </a:xfrm>
          <a:prstGeom prst="rect">
            <a:avLst/>
          </a:prstGeom>
          <a:noFill/>
          <a:ln>
            <a:noFill/>
          </a:ln>
        </p:spPr>
        <p:txBody>
          <a:bodyPr anchorCtr="0" anchor="t" bIns="91425" lIns="91425" spcFirstLastPara="1" rIns="91425" wrap="square" tIns="91425">
            <a:noAutofit/>
          </a:bodyPr>
          <a:lstStyle>
            <a:lvl1pPr indent="-285750" lvl="0" marL="457200" algn="l">
              <a:lnSpc>
                <a:spcPct val="100000"/>
              </a:lnSpc>
              <a:spcBef>
                <a:spcPts val="0"/>
              </a:spcBef>
              <a:spcAft>
                <a:spcPts val="0"/>
              </a:spcAft>
              <a:buSzPts val="900"/>
              <a:buChar char="●"/>
              <a:defRPr/>
            </a:lvl1pPr>
            <a:lvl2pPr indent="-285750" lvl="1" marL="914400" algn="l">
              <a:lnSpc>
                <a:spcPct val="100000"/>
              </a:lnSpc>
              <a:spcBef>
                <a:spcPts val="0"/>
              </a:spcBef>
              <a:spcAft>
                <a:spcPts val="0"/>
              </a:spcAft>
              <a:buSzPts val="900"/>
              <a:buChar char="○"/>
              <a:defRPr/>
            </a:lvl2pPr>
            <a:lvl3pPr indent="-285750" lvl="2" marL="1371600" algn="l">
              <a:lnSpc>
                <a:spcPct val="100000"/>
              </a:lnSpc>
              <a:spcBef>
                <a:spcPts val="0"/>
              </a:spcBef>
              <a:spcAft>
                <a:spcPts val="0"/>
              </a:spcAft>
              <a:buSzPts val="900"/>
              <a:buChar char="■"/>
              <a:defRPr/>
            </a:lvl3pPr>
            <a:lvl4pPr indent="-285750" lvl="3" marL="1828800" algn="l">
              <a:lnSpc>
                <a:spcPct val="100000"/>
              </a:lnSpc>
              <a:spcBef>
                <a:spcPts val="0"/>
              </a:spcBef>
              <a:spcAft>
                <a:spcPts val="0"/>
              </a:spcAft>
              <a:buSzPts val="900"/>
              <a:buChar char="●"/>
              <a:defRPr/>
            </a:lvl4pPr>
            <a:lvl5pPr indent="-285750" lvl="4" marL="2286000" algn="l">
              <a:lnSpc>
                <a:spcPct val="100000"/>
              </a:lnSpc>
              <a:spcBef>
                <a:spcPts val="0"/>
              </a:spcBef>
              <a:spcAft>
                <a:spcPts val="0"/>
              </a:spcAft>
              <a:buSzPts val="900"/>
              <a:buChar char="○"/>
              <a:defRPr/>
            </a:lvl5pPr>
            <a:lvl6pPr indent="-285750" lvl="5" marL="2743200" algn="l">
              <a:lnSpc>
                <a:spcPct val="100000"/>
              </a:lnSpc>
              <a:spcBef>
                <a:spcPts val="0"/>
              </a:spcBef>
              <a:spcAft>
                <a:spcPts val="0"/>
              </a:spcAft>
              <a:buSzPts val="900"/>
              <a:buChar char="■"/>
              <a:defRPr/>
            </a:lvl6pPr>
            <a:lvl7pPr indent="-285750" lvl="6" marL="3200400" algn="l">
              <a:lnSpc>
                <a:spcPct val="100000"/>
              </a:lnSpc>
              <a:spcBef>
                <a:spcPts val="0"/>
              </a:spcBef>
              <a:spcAft>
                <a:spcPts val="0"/>
              </a:spcAft>
              <a:buSzPts val="900"/>
              <a:buChar char="●"/>
              <a:defRPr/>
            </a:lvl7pPr>
            <a:lvl8pPr indent="-285750" lvl="7" marL="3657600" algn="l">
              <a:lnSpc>
                <a:spcPct val="100000"/>
              </a:lnSpc>
              <a:spcBef>
                <a:spcPts val="0"/>
              </a:spcBef>
              <a:spcAft>
                <a:spcPts val="0"/>
              </a:spcAft>
              <a:buSzPts val="900"/>
              <a:buChar char="○"/>
              <a:defRPr/>
            </a:lvl8pPr>
            <a:lvl9pPr indent="-285750" lvl="8" marL="4114800" algn="l">
              <a:lnSpc>
                <a:spcPct val="100000"/>
              </a:lnSpc>
              <a:spcBef>
                <a:spcPts val="0"/>
              </a:spcBef>
              <a:spcAft>
                <a:spcPts val="0"/>
              </a:spcAft>
              <a:buSzPts val="900"/>
              <a:buChar char="■"/>
              <a:defRPr/>
            </a:lvl9pPr>
          </a:lstStyle>
          <a:p/>
        </p:txBody>
      </p:sp>
      <p:cxnSp>
        <p:nvCxnSpPr>
          <p:cNvPr id="19" name="Google Shape;19;p2"/>
          <p:cNvCxnSpPr/>
          <p:nvPr/>
        </p:nvCxnSpPr>
        <p:spPr>
          <a:xfrm flipH="1" rot="10800000">
            <a:off x="225750" y="4678950"/>
            <a:ext cx="8692500" cy="5700"/>
          </a:xfrm>
          <a:prstGeom prst="straightConnector1">
            <a:avLst/>
          </a:prstGeom>
          <a:noFill/>
          <a:ln cap="flat" cmpd="sng" w="9525">
            <a:solidFill>
              <a:schemeClr val="dk1"/>
            </a:solidFill>
            <a:prstDash val="solid"/>
            <a:round/>
            <a:headEnd len="sm" w="sm" type="none"/>
            <a:tailEnd len="sm" w="sm" type="none"/>
          </a:ln>
        </p:spPr>
      </p:cxnSp>
    </p:spTree>
  </p:cSld>
  <p:clrMapOvr>
    <a:masterClrMapping/>
  </p:clrMapOvr>
  <p:extLst>
    <p:ext uri="{DCECCB84-F9BA-43D5-87BE-67443E8EF086}">
      <p15:sldGuideLst>
        <p15:guide id="1" orient="horz" pos="1620">
          <p15:clr>
            <a:srgbClr val="E46962"/>
          </p15:clr>
        </p15:guide>
        <p15:guide id="2" pos="2880">
          <p15:clr>
            <a:srgbClr val="E46962"/>
          </p15:clr>
        </p15:guide>
        <p15:guide id="3" pos="144">
          <p15:clr>
            <a:srgbClr val="E46962"/>
          </p15:clr>
        </p15:guide>
        <p15:guide id="4" pos="1512">
          <p15:clr>
            <a:srgbClr val="E46962"/>
          </p15:clr>
        </p15:guide>
        <p15:guide id="5" pos="4248">
          <p15:clr>
            <a:srgbClr val="E46962"/>
          </p15:clr>
        </p15:guide>
        <p15:guide id="6" pos="5616">
          <p15:clr>
            <a:srgbClr val="E46962"/>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dex" type="secHead">
  <p:cSld name="SECTION_HEADER">
    <p:spTree>
      <p:nvGrpSpPr>
        <p:cNvPr id="20" name="Shape 20"/>
        <p:cNvGrpSpPr/>
        <p:nvPr/>
      </p:nvGrpSpPr>
      <p:grpSpPr>
        <a:xfrm>
          <a:off x="0" y="0"/>
          <a:ext cx="0" cy="0"/>
          <a:chOff x="0" y="0"/>
          <a:chExt cx="0" cy="0"/>
        </a:xfrm>
      </p:grpSpPr>
      <p:sp>
        <p:nvSpPr>
          <p:cNvPr id="21" name="Google Shape;21;p3"/>
          <p:cNvSpPr txBox="1"/>
          <p:nvPr>
            <p:ph idx="12" type="sldNum"/>
          </p:nvPr>
        </p:nvSpPr>
        <p:spPr>
          <a:xfrm>
            <a:off x="7426775" y="4679000"/>
            <a:ext cx="1502400" cy="3243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9pPr>
          </a:lstStyle>
          <a:p>
            <a:pPr indent="0" lvl="0" marL="0" rtl="0" algn="r">
              <a:spcBef>
                <a:spcPts val="0"/>
              </a:spcBef>
              <a:spcAft>
                <a:spcPts val="0"/>
              </a:spcAft>
              <a:buNone/>
            </a:pPr>
            <a:fld id="{00000000-1234-1234-1234-123412341234}" type="slidenum">
              <a:rPr lang="en"/>
              <a:t>‹#›</a:t>
            </a:fld>
            <a:endParaRPr/>
          </a:p>
        </p:txBody>
      </p:sp>
      <p:sp>
        <p:nvSpPr>
          <p:cNvPr id="22" name="Google Shape;22;p3"/>
          <p:cNvSpPr txBox="1"/>
          <p:nvPr>
            <p:ph idx="1" type="subTitle"/>
          </p:nvPr>
        </p:nvSpPr>
        <p:spPr>
          <a:xfrm>
            <a:off x="228600" y="167750"/>
            <a:ext cx="5257800" cy="3105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900"/>
              <a:buNone/>
              <a:defRPr b="1" sz="900"/>
            </a:lvl1pPr>
            <a:lvl2pPr lvl="1" algn="l">
              <a:lnSpc>
                <a:spcPct val="100000"/>
              </a:lnSpc>
              <a:spcBef>
                <a:spcPts val="0"/>
              </a:spcBef>
              <a:spcAft>
                <a:spcPts val="0"/>
              </a:spcAft>
              <a:buSzPts val="900"/>
              <a:buNone/>
              <a:defRPr b="1" sz="900"/>
            </a:lvl2pPr>
            <a:lvl3pPr lvl="2" algn="l">
              <a:lnSpc>
                <a:spcPct val="100000"/>
              </a:lnSpc>
              <a:spcBef>
                <a:spcPts val="0"/>
              </a:spcBef>
              <a:spcAft>
                <a:spcPts val="0"/>
              </a:spcAft>
              <a:buSzPts val="900"/>
              <a:buNone/>
              <a:defRPr b="1" sz="900"/>
            </a:lvl3pPr>
            <a:lvl4pPr lvl="3" algn="l">
              <a:lnSpc>
                <a:spcPct val="100000"/>
              </a:lnSpc>
              <a:spcBef>
                <a:spcPts val="0"/>
              </a:spcBef>
              <a:spcAft>
                <a:spcPts val="0"/>
              </a:spcAft>
              <a:buSzPts val="900"/>
              <a:buNone/>
              <a:defRPr b="1" sz="900"/>
            </a:lvl4pPr>
            <a:lvl5pPr lvl="4" algn="l">
              <a:lnSpc>
                <a:spcPct val="100000"/>
              </a:lnSpc>
              <a:spcBef>
                <a:spcPts val="0"/>
              </a:spcBef>
              <a:spcAft>
                <a:spcPts val="0"/>
              </a:spcAft>
              <a:buSzPts val="900"/>
              <a:buNone/>
              <a:defRPr b="1" sz="900"/>
            </a:lvl5pPr>
            <a:lvl6pPr lvl="5" algn="l">
              <a:lnSpc>
                <a:spcPct val="100000"/>
              </a:lnSpc>
              <a:spcBef>
                <a:spcPts val="0"/>
              </a:spcBef>
              <a:spcAft>
                <a:spcPts val="0"/>
              </a:spcAft>
              <a:buSzPts val="900"/>
              <a:buNone/>
              <a:defRPr b="1" sz="900"/>
            </a:lvl6pPr>
            <a:lvl7pPr lvl="6" algn="l">
              <a:lnSpc>
                <a:spcPct val="100000"/>
              </a:lnSpc>
              <a:spcBef>
                <a:spcPts val="0"/>
              </a:spcBef>
              <a:spcAft>
                <a:spcPts val="0"/>
              </a:spcAft>
              <a:buSzPts val="900"/>
              <a:buNone/>
              <a:defRPr b="1" sz="900"/>
            </a:lvl7pPr>
            <a:lvl8pPr lvl="7" algn="l">
              <a:lnSpc>
                <a:spcPct val="100000"/>
              </a:lnSpc>
              <a:spcBef>
                <a:spcPts val="0"/>
              </a:spcBef>
              <a:spcAft>
                <a:spcPts val="0"/>
              </a:spcAft>
              <a:buSzPts val="900"/>
              <a:buNone/>
              <a:defRPr b="1" sz="900"/>
            </a:lvl8pPr>
            <a:lvl9pPr lvl="8" algn="l">
              <a:lnSpc>
                <a:spcPct val="100000"/>
              </a:lnSpc>
              <a:spcBef>
                <a:spcPts val="0"/>
              </a:spcBef>
              <a:spcAft>
                <a:spcPts val="0"/>
              </a:spcAft>
              <a:buSzPts val="900"/>
              <a:buNone/>
              <a:defRPr b="1" sz="900"/>
            </a:lvl9pPr>
          </a:lstStyle>
          <a:p/>
        </p:txBody>
      </p:sp>
      <p:sp>
        <p:nvSpPr>
          <p:cNvPr id="23" name="Google Shape;23;p3"/>
          <p:cNvSpPr txBox="1"/>
          <p:nvPr>
            <p:ph idx="2" type="body"/>
          </p:nvPr>
        </p:nvSpPr>
        <p:spPr>
          <a:xfrm>
            <a:off x="228600" y="4679000"/>
            <a:ext cx="4343400" cy="324300"/>
          </a:xfrm>
          <a:prstGeom prst="rect">
            <a:avLst/>
          </a:prstGeom>
          <a:noFill/>
          <a:ln>
            <a:noFill/>
          </a:ln>
        </p:spPr>
        <p:txBody>
          <a:bodyPr anchorCtr="0" anchor="t" bIns="91425" lIns="91425" spcFirstLastPara="1" rIns="91425" wrap="square" tIns="91425">
            <a:noAutofit/>
          </a:bodyPr>
          <a:lstStyle>
            <a:lvl1pPr indent="-285750" lvl="0" marL="457200" algn="l">
              <a:lnSpc>
                <a:spcPct val="100000"/>
              </a:lnSpc>
              <a:spcBef>
                <a:spcPts val="0"/>
              </a:spcBef>
              <a:spcAft>
                <a:spcPts val="0"/>
              </a:spcAft>
              <a:buSzPts val="900"/>
              <a:buChar char="●"/>
              <a:defRPr/>
            </a:lvl1pPr>
            <a:lvl2pPr indent="-285750" lvl="1" marL="914400" algn="l">
              <a:lnSpc>
                <a:spcPct val="100000"/>
              </a:lnSpc>
              <a:spcBef>
                <a:spcPts val="0"/>
              </a:spcBef>
              <a:spcAft>
                <a:spcPts val="0"/>
              </a:spcAft>
              <a:buSzPts val="900"/>
              <a:buChar char="○"/>
              <a:defRPr/>
            </a:lvl2pPr>
            <a:lvl3pPr indent="-285750" lvl="2" marL="1371600" algn="l">
              <a:lnSpc>
                <a:spcPct val="100000"/>
              </a:lnSpc>
              <a:spcBef>
                <a:spcPts val="0"/>
              </a:spcBef>
              <a:spcAft>
                <a:spcPts val="0"/>
              </a:spcAft>
              <a:buSzPts val="900"/>
              <a:buChar char="■"/>
              <a:defRPr/>
            </a:lvl3pPr>
            <a:lvl4pPr indent="-285750" lvl="3" marL="1828800" algn="l">
              <a:lnSpc>
                <a:spcPct val="100000"/>
              </a:lnSpc>
              <a:spcBef>
                <a:spcPts val="0"/>
              </a:spcBef>
              <a:spcAft>
                <a:spcPts val="0"/>
              </a:spcAft>
              <a:buSzPts val="900"/>
              <a:buChar char="●"/>
              <a:defRPr/>
            </a:lvl4pPr>
            <a:lvl5pPr indent="-285750" lvl="4" marL="2286000" algn="l">
              <a:lnSpc>
                <a:spcPct val="100000"/>
              </a:lnSpc>
              <a:spcBef>
                <a:spcPts val="0"/>
              </a:spcBef>
              <a:spcAft>
                <a:spcPts val="0"/>
              </a:spcAft>
              <a:buSzPts val="900"/>
              <a:buChar char="○"/>
              <a:defRPr/>
            </a:lvl5pPr>
            <a:lvl6pPr indent="-285750" lvl="5" marL="2743200" algn="l">
              <a:lnSpc>
                <a:spcPct val="100000"/>
              </a:lnSpc>
              <a:spcBef>
                <a:spcPts val="0"/>
              </a:spcBef>
              <a:spcAft>
                <a:spcPts val="0"/>
              </a:spcAft>
              <a:buSzPts val="900"/>
              <a:buChar char="■"/>
              <a:defRPr/>
            </a:lvl6pPr>
            <a:lvl7pPr indent="-285750" lvl="6" marL="3200400" algn="l">
              <a:lnSpc>
                <a:spcPct val="100000"/>
              </a:lnSpc>
              <a:spcBef>
                <a:spcPts val="0"/>
              </a:spcBef>
              <a:spcAft>
                <a:spcPts val="0"/>
              </a:spcAft>
              <a:buSzPts val="900"/>
              <a:buChar char="●"/>
              <a:defRPr/>
            </a:lvl7pPr>
            <a:lvl8pPr indent="-285750" lvl="7" marL="3657600" algn="l">
              <a:lnSpc>
                <a:spcPct val="100000"/>
              </a:lnSpc>
              <a:spcBef>
                <a:spcPts val="0"/>
              </a:spcBef>
              <a:spcAft>
                <a:spcPts val="0"/>
              </a:spcAft>
              <a:buSzPts val="900"/>
              <a:buChar char="○"/>
              <a:defRPr/>
            </a:lvl8pPr>
            <a:lvl9pPr indent="-285750" lvl="8" marL="4114800" algn="l">
              <a:lnSpc>
                <a:spcPct val="100000"/>
              </a:lnSpc>
              <a:spcBef>
                <a:spcPts val="0"/>
              </a:spcBef>
              <a:spcAft>
                <a:spcPts val="0"/>
              </a:spcAft>
              <a:buSzPts val="900"/>
              <a:buChar char="■"/>
              <a:defRPr/>
            </a:lvl9pPr>
          </a:lstStyle>
          <a:p/>
        </p:txBody>
      </p:sp>
      <p:cxnSp>
        <p:nvCxnSpPr>
          <p:cNvPr id="24" name="Google Shape;24;p3"/>
          <p:cNvCxnSpPr/>
          <p:nvPr/>
        </p:nvCxnSpPr>
        <p:spPr>
          <a:xfrm>
            <a:off x="228600" y="478125"/>
            <a:ext cx="8686800" cy="0"/>
          </a:xfrm>
          <a:prstGeom prst="straightConnector1">
            <a:avLst/>
          </a:prstGeom>
          <a:noFill/>
          <a:ln cap="flat" cmpd="sng" w="9525">
            <a:solidFill>
              <a:schemeClr val="dk2"/>
            </a:solidFill>
            <a:prstDash val="solid"/>
            <a:round/>
            <a:headEnd len="sm" w="sm" type="none"/>
            <a:tailEnd len="sm" w="sm" type="none"/>
          </a:ln>
        </p:spPr>
      </p:cxnSp>
      <p:cxnSp>
        <p:nvCxnSpPr>
          <p:cNvPr id="25" name="Google Shape;25;p3"/>
          <p:cNvCxnSpPr/>
          <p:nvPr/>
        </p:nvCxnSpPr>
        <p:spPr>
          <a:xfrm flipH="1" rot="10800000">
            <a:off x="225750" y="4678950"/>
            <a:ext cx="8692500" cy="5700"/>
          </a:xfrm>
          <a:prstGeom prst="straightConnector1">
            <a:avLst/>
          </a:prstGeom>
          <a:noFill/>
          <a:ln cap="flat" cmpd="sng" w="9525">
            <a:solidFill>
              <a:schemeClr val="dk1"/>
            </a:solidFill>
            <a:prstDash val="solid"/>
            <a:round/>
            <a:headEnd len="sm" w="sm" type="none"/>
            <a:tailEnd len="sm" w="sm" type="none"/>
          </a:ln>
        </p:spPr>
      </p:cxnSp>
    </p:spTree>
  </p:cSld>
  <p:clrMapOvr>
    <a:masterClrMapping/>
  </p:clrMapOvr>
  <p:extLst>
    <p:ext uri="{DCECCB84-F9BA-43D5-87BE-67443E8EF086}">
      <p15:sldGuideLst>
        <p15:guide id="1" pos="3456">
          <p15:clr>
            <a:srgbClr val="E46962"/>
          </p15:clr>
        </p15:guide>
        <p15:guide id="2" pos="4752">
          <p15:clr>
            <a:srgbClr val="E46962"/>
          </p15:clr>
        </p15:guide>
      </p15:sldGuideLst>
    </p:ext>
  </p:extLs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with footer">
  <p:cSld name="CUSTOM">
    <p:bg>
      <p:bgPr>
        <a:solidFill>
          <a:schemeClr val="dk1"/>
        </a:solidFill>
      </p:bgPr>
    </p:bg>
    <p:spTree>
      <p:nvGrpSpPr>
        <p:cNvPr id="26" name="Shape 26"/>
        <p:cNvGrpSpPr/>
        <p:nvPr/>
      </p:nvGrpSpPr>
      <p:grpSpPr>
        <a:xfrm>
          <a:off x="0" y="0"/>
          <a:ext cx="0" cy="0"/>
          <a:chOff x="0" y="0"/>
          <a:chExt cx="0" cy="0"/>
        </a:xfrm>
      </p:grpSpPr>
      <p:sp>
        <p:nvSpPr>
          <p:cNvPr id="27" name="Google Shape;27;p4"/>
          <p:cNvSpPr txBox="1"/>
          <p:nvPr>
            <p:ph type="title"/>
          </p:nvPr>
        </p:nvSpPr>
        <p:spPr>
          <a:xfrm>
            <a:off x="225750" y="369625"/>
            <a:ext cx="8692500" cy="43149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Clr>
                <a:schemeClr val="lt1"/>
              </a:buClr>
              <a:buSzPts val="3600"/>
              <a:buNone/>
              <a:defRPr>
                <a:solidFill>
                  <a:schemeClr val="lt1"/>
                </a:solidFill>
              </a:defRPr>
            </a:lvl1pPr>
            <a:lvl2pPr lvl="1" algn="l">
              <a:lnSpc>
                <a:spcPct val="100000"/>
              </a:lnSpc>
              <a:spcBef>
                <a:spcPts val="0"/>
              </a:spcBef>
              <a:spcAft>
                <a:spcPts val="0"/>
              </a:spcAft>
              <a:buClr>
                <a:schemeClr val="lt1"/>
              </a:buClr>
              <a:buSzPts val="2800"/>
              <a:buNone/>
              <a:defRPr>
                <a:solidFill>
                  <a:schemeClr val="lt1"/>
                </a:solidFill>
              </a:defRPr>
            </a:lvl2pPr>
            <a:lvl3pPr lvl="2" algn="l">
              <a:lnSpc>
                <a:spcPct val="100000"/>
              </a:lnSpc>
              <a:spcBef>
                <a:spcPts val="0"/>
              </a:spcBef>
              <a:spcAft>
                <a:spcPts val="0"/>
              </a:spcAft>
              <a:buClr>
                <a:schemeClr val="lt1"/>
              </a:buClr>
              <a:buSzPts val="2800"/>
              <a:buNone/>
              <a:defRPr>
                <a:solidFill>
                  <a:schemeClr val="lt1"/>
                </a:solidFill>
              </a:defRPr>
            </a:lvl3pPr>
            <a:lvl4pPr lvl="3" algn="l">
              <a:lnSpc>
                <a:spcPct val="100000"/>
              </a:lnSpc>
              <a:spcBef>
                <a:spcPts val="0"/>
              </a:spcBef>
              <a:spcAft>
                <a:spcPts val="0"/>
              </a:spcAft>
              <a:buClr>
                <a:schemeClr val="lt1"/>
              </a:buClr>
              <a:buSzPts val="2800"/>
              <a:buNone/>
              <a:defRPr>
                <a:solidFill>
                  <a:schemeClr val="lt1"/>
                </a:solidFill>
              </a:defRPr>
            </a:lvl4pPr>
            <a:lvl5pPr lvl="4" algn="l">
              <a:lnSpc>
                <a:spcPct val="100000"/>
              </a:lnSpc>
              <a:spcBef>
                <a:spcPts val="0"/>
              </a:spcBef>
              <a:spcAft>
                <a:spcPts val="0"/>
              </a:spcAft>
              <a:buClr>
                <a:schemeClr val="lt1"/>
              </a:buClr>
              <a:buSzPts val="2800"/>
              <a:buNone/>
              <a:defRPr>
                <a:solidFill>
                  <a:schemeClr val="lt1"/>
                </a:solidFill>
              </a:defRPr>
            </a:lvl5pPr>
            <a:lvl6pPr lvl="5" algn="l">
              <a:lnSpc>
                <a:spcPct val="100000"/>
              </a:lnSpc>
              <a:spcBef>
                <a:spcPts val="0"/>
              </a:spcBef>
              <a:spcAft>
                <a:spcPts val="0"/>
              </a:spcAft>
              <a:buClr>
                <a:schemeClr val="lt1"/>
              </a:buClr>
              <a:buSzPts val="2800"/>
              <a:buNone/>
              <a:defRPr>
                <a:solidFill>
                  <a:schemeClr val="lt1"/>
                </a:solidFill>
              </a:defRPr>
            </a:lvl6pPr>
            <a:lvl7pPr lvl="6" algn="l">
              <a:lnSpc>
                <a:spcPct val="100000"/>
              </a:lnSpc>
              <a:spcBef>
                <a:spcPts val="0"/>
              </a:spcBef>
              <a:spcAft>
                <a:spcPts val="0"/>
              </a:spcAft>
              <a:buClr>
                <a:schemeClr val="lt1"/>
              </a:buClr>
              <a:buSzPts val="2800"/>
              <a:buNone/>
              <a:defRPr>
                <a:solidFill>
                  <a:schemeClr val="lt1"/>
                </a:solidFill>
              </a:defRPr>
            </a:lvl7pPr>
            <a:lvl8pPr lvl="7" algn="l">
              <a:lnSpc>
                <a:spcPct val="100000"/>
              </a:lnSpc>
              <a:spcBef>
                <a:spcPts val="0"/>
              </a:spcBef>
              <a:spcAft>
                <a:spcPts val="0"/>
              </a:spcAft>
              <a:buClr>
                <a:schemeClr val="lt1"/>
              </a:buClr>
              <a:buSzPts val="2800"/>
              <a:buNone/>
              <a:defRPr>
                <a:solidFill>
                  <a:schemeClr val="lt1"/>
                </a:solidFill>
              </a:defRPr>
            </a:lvl8pPr>
            <a:lvl9pPr lvl="8" algn="l">
              <a:lnSpc>
                <a:spcPct val="100000"/>
              </a:lnSpc>
              <a:spcBef>
                <a:spcPts val="0"/>
              </a:spcBef>
              <a:spcAft>
                <a:spcPts val="0"/>
              </a:spcAft>
              <a:buClr>
                <a:schemeClr val="lt1"/>
              </a:buClr>
              <a:buSzPts val="2800"/>
              <a:buNone/>
              <a:defRPr>
                <a:solidFill>
                  <a:schemeClr val="lt1"/>
                </a:solidFill>
              </a:defRPr>
            </a:lvl9pPr>
          </a:lstStyle>
          <a:p/>
        </p:txBody>
      </p:sp>
      <p:sp>
        <p:nvSpPr>
          <p:cNvPr id="28" name="Google Shape;28;p4"/>
          <p:cNvSpPr txBox="1"/>
          <p:nvPr>
            <p:ph idx="12" type="sldNum"/>
          </p:nvPr>
        </p:nvSpPr>
        <p:spPr>
          <a:xfrm>
            <a:off x="7426775" y="4679000"/>
            <a:ext cx="1502400" cy="3243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Gowun Batang"/>
                <a:ea typeface="Gowun Batang"/>
                <a:cs typeface="Gowun Batang"/>
                <a:sym typeface="Gowun Batang"/>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Gowun Batang"/>
                <a:ea typeface="Gowun Batang"/>
                <a:cs typeface="Gowun Batang"/>
                <a:sym typeface="Gowun Batang"/>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Gowun Batang"/>
                <a:ea typeface="Gowun Batang"/>
                <a:cs typeface="Gowun Batang"/>
                <a:sym typeface="Gowun Batang"/>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Gowun Batang"/>
                <a:ea typeface="Gowun Batang"/>
                <a:cs typeface="Gowun Batang"/>
                <a:sym typeface="Gowun Batang"/>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Gowun Batang"/>
                <a:ea typeface="Gowun Batang"/>
                <a:cs typeface="Gowun Batang"/>
                <a:sym typeface="Gowun Batang"/>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Gowun Batang"/>
                <a:ea typeface="Gowun Batang"/>
                <a:cs typeface="Gowun Batang"/>
                <a:sym typeface="Gowun Batang"/>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Gowun Batang"/>
                <a:ea typeface="Gowun Batang"/>
                <a:cs typeface="Gowun Batang"/>
                <a:sym typeface="Gowun Batang"/>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Gowun Batang"/>
                <a:ea typeface="Gowun Batang"/>
                <a:cs typeface="Gowun Batang"/>
                <a:sym typeface="Gowun Batang"/>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Gowun Batang"/>
                <a:ea typeface="Gowun Batang"/>
                <a:cs typeface="Gowun Batang"/>
                <a:sym typeface="Gowun Batang"/>
              </a:defRPr>
            </a:lvl9pPr>
          </a:lstStyle>
          <a:p>
            <a:pPr indent="0" lvl="0" marL="0" rtl="0" algn="r">
              <a:spcBef>
                <a:spcPts val="0"/>
              </a:spcBef>
              <a:spcAft>
                <a:spcPts val="0"/>
              </a:spcAft>
              <a:buNone/>
            </a:pPr>
            <a:fld id="{00000000-1234-1234-1234-123412341234}" type="slidenum">
              <a:rPr lang="en"/>
              <a:t>‹#›</a:t>
            </a:fld>
            <a:endParaRPr/>
          </a:p>
        </p:txBody>
      </p:sp>
      <p:sp>
        <p:nvSpPr>
          <p:cNvPr id="29" name="Google Shape;29;p4"/>
          <p:cNvSpPr txBox="1"/>
          <p:nvPr>
            <p:ph idx="1" type="body"/>
          </p:nvPr>
        </p:nvSpPr>
        <p:spPr>
          <a:xfrm>
            <a:off x="228600" y="4679000"/>
            <a:ext cx="4343400" cy="324300"/>
          </a:xfrm>
          <a:prstGeom prst="rect">
            <a:avLst/>
          </a:prstGeom>
          <a:noFill/>
          <a:ln>
            <a:noFill/>
          </a:ln>
        </p:spPr>
        <p:txBody>
          <a:bodyPr anchorCtr="0" anchor="t" bIns="91425" lIns="91425" spcFirstLastPara="1" rIns="91425" wrap="square" tIns="91425">
            <a:noAutofit/>
          </a:bodyPr>
          <a:lstStyle>
            <a:lvl1pPr indent="-285750" lvl="0" marL="457200" algn="l">
              <a:lnSpc>
                <a:spcPct val="100000"/>
              </a:lnSpc>
              <a:spcBef>
                <a:spcPts val="0"/>
              </a:spcBef>
              <a:spcAft>
                <a:spcPts val="0"/>
              </a:spcAft>
              <a:buClr>
                <a:schemeClr val="lt1"/>
              </a:buClr>
              <a:buSzPts val="900"/>
              <a:buChar char="●"/>
              <a:defRPr>
                <a:solidFill>
                  <a:schemeClr val="lt1"/>
                </a:solidFill>
              </a:defRPr>
            </a:lvl1pPr>
            <a:lvl2pPr indent="-285750" lvl="1" marL="914400" algn="l">
              <a:lnSpc>
                <a:spcPct val="100000"/>
              </a:lnSpc>
              <a:spcBef>
                <a:spcPts val="0"/>
              </a:spcBef>
              <a:spcAft>
                <a:spcPts val="0"/>
              </a:spcAft>
              <a:buClr>
                <a:schemeClr val="lt1"/>
              </a:buClr>
              <a:buSzPts val="900"/>
              <a:buChar char="○"/>
              <a:defRPr>
                <a:solidFill>
                  <a:schemeClr val="lt1"/>
                </a:solidFill>
              </a:defRPr>
            </a:lvl2pPr>
            <a:lvl3pPr indent="-285750" lvl="2" marL="1371600" algn="l">
              <a:lnSpc>
                <a:spcPct val="100000"/>
              </a:lnSpc>
              <a:spcBef>
                <a:spcPts val="0"/>
              </a:spcBef>
              <a:spcAft>
                <a:spcPts val="0"/>
              </a:spcAft>
              <a:buClr>
                <a:schemeClr val="lt1"/>
              </a:buClr>
              <a:buSzPts val="900"/>
              <a:buChar char="■"/>
              <a:defRPr>
                <a:solidFill>
                  <a:schemeClr val="lt1"/>
                </a:solidFill>
              </a:defRPr>
            </a:lvl3pPr>
            <a:lvl4pPr indent="-285750" lvl="3" marL="1828800" algn="l">
              <a:lnSpc>
                <a:spcPct val="100000"/>
              </a:lnSpc>
              <a:spcBef>
                <a:spcPts val="0"/>
              </a:spcBef>
              <a:spcAft>
                <a:spcPts val="0"/>
              </a:spcAft>
              <a:buClr>
                <a:schemeClr val="lt1"/>
              </a:buClr>
              <a:buSzPts val="900"/>
              <a:buChar char="●"/>
              <a:defRPr>
                <a:solidFill>
                  <a:schemeClr val="lt1"/>
                </a:solidFill>
              </a:defRPr>
            </a:lvl4pPr>
            <a:lvl5pPr indent="-285750" lvl="4" marL="2286000" algn="l">
              <a:lnSpc>
                <a:spcPct val="100000"/>
              </a:lnSpc>
              <a:spcBef>
                <a:spcPts val="0"/>
              </a:spcBef>
              <a:spcAft>
                <a:spcPts val="0"/>
              </a:spcAft>
              <a:buClr>
                <a:schemeClr val="lt1"/>
              </a:buClr>
              <a:buSzPts val="900"/>
              <a:buChar char="○"/>
              <a:defRPr>
                <a:solidFill>
                  <a:schemeClr val="lt1"/>
                </a:solidFill>
              </a:defRPr>
            </a:lvl5pPr>
            <a:lvl6pPr indent="-285750" lvl="5" marL="2743200" algn="l">
              <a:lnSpc>
                <a:spcPct val="100000"/>
              </a:lnSpc>
              <a:spcBef>
                <a:spcPts val="0"/>
              </a:spcBef>
              <a:spcAft>
                <a:spcPts val="0"/>
              </a:spcAft>
              <a:buClr>
                <a:schemeClr val="lt1"/>
              </a:buClr>
              <a:buSzPts val="900"/>
              <a:buChar char="■"/>
              <a:defRPr>
                <a:solidFill>
                  <a:schemeClr val="lt1"/>
                </a:solidFill>
              </a:defRPr>
            </a:lvl6pPr>
            <a:lvl7pPr indent="-285750" lvl="6" marL="3200400" algn="l">
              <a:lnSpc>
                <a:spcPct val="100000"/>
              </a:lnSpc>
              <a:spcBef>
                <a:spcPts val="0"/>
              </a:spcBef>
              <a:spcAft>
                <a:spcPts val="0"/>
              </a:spcAft>
              <a:buClr>
                <a:schemeClr val="lt1"/>
              </a:buClr>
              <a:buSzPts val="900"/>
              <a:buChar char="●"/>
              <a:defRPr>
                <a:solidFill>
                  <a:schemeClr val="lt1"/>
                </a:solidFill>
              </a:defRPr>
            </a:lvl7pPr>
            <a:lvl8pPr indent="-285750" lvl="7" marL="3657600" algn="l">
              <a:lnSpc>
                <a:spcPct val="100000"/>
              </a:lnSpc>
              <a:spcBef>
                <a:spcPts val="0"/>
              </a:spcBef>
              <a:spcAft>
                <a:spcPts val="0"/>
              </a:spcAft>
              <a:buClr>
                <a:schemeClr val="lt1"/>
              </a:buClr>
              <a:buSzPts val="900"/>
              <a:buChar char="○"/>
              <a:defRPr>
                <a:solidFill>
                  <a:schemeClr val="lt1"/>
                </a:solidFill>
              </a:defRPr>
            </a:lvl8pPr>
            <a:lvl9pPr indent="-285750" lvl="8" marL="4114800" algn="l">
              <a:lnSpc>
                <a:spcPct val="100000"/>
              </a:lnSpc>
              <a:spcBef>
                <a:spcPts val="0"/>
              </a:spcBef>
              <a:spcAft>
                <a:spcPts val="0"/>
              </a:spcAft>
              <a:buClr>
                <a:schemeClr val="lt1"/>
              </a:buClr>
              <a:buSzPts val="900"/>
              <a:buChar char="■"/>
              <a:defRPr>
                <a:solidFill>
                  <a:schemeClr val="lt1"/>
                </a:solidFill>
              </a:defRPr>
            </a:lvl9pPr>
          </a:lstStyle>
          <a:p/>
        </p:txBody>
      </p:sp>
      <p:cxnSp>
        <p:nvCxnSpPr>
          <p:cNvPr id="30" name="Google Shape;30;p4"/>
          <p:cNvCxnSpPr/>
          <p:nvPr/>
        </p:nvCxnSpPr>
        <p:spPr>
          <a:xfrm flipH="1" rot="10800000">
            <a:off x="225750" y="4678950"/>
            <a:ext cx="8692500" cy="5700"/>
          </a:xfrm>
          <a:prstGeom prst="straightConnector1">
            <a:avLst/>
          </a:prstGeom>
          <a:noFill/>
          <a:ln cap="flat" cmpd="sng" w="9525">
            <a:solidFill>
              <a:schemeClr val="lt1"/>
            </a:solidFill>
            <a:prstDash val="solid"/>
            <a:round/>
            <a:headEnd len="sm" w="sm" type="none"/>
            <a:tailEnd len="sm" w="sm" type="none"/>
          </a:ln>
        </p:spPr>
      </p:cxn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with footer">
  <p:cSld name="ONE_COLUMN_TEXT">
    <p:spTree>
      <p:nvGrpSpPr>
        <p:cNvPr id="31" name="Shape 31"/>
        <p:cNvGrpSpPr/>
        <p:nvPr/>
      </p:nvGrpSpPr>
      <p:grpSpPr>
        <a:xfrm>
          <a:off x="0" y="0"/>
          <a:ext cx="0" cy="0"/>
          <a:chOff x="0" y="0"/>
          <a:chExt cx="0" cy="0"/>
        </a:xfrm>
      </p:grpSpPr>
      <p:sp>
        <p:nvSpPr>
          <p:cNvPr id="32" name="Google Shape;32;p5"/>
          <p:cNvSpPr txBox="1"/>
          <p:nvPr>
            <p:ph idx="12" type="sldNum"/>
          </p:nvPr>
        </p:nvSpPr>
        <p:spPr>
          <a:xfrm>
            <a:off x="7426775" y="4679000"/>
            <a:ext cx="1502400" cy="3243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9pPr>
          </a:lstStyle>
          <a:p>
            <a:pPr indent="0" lvl="0" marL="0" rtl="0" algn="r">
              <a:spcBef>
                <a:spcPts val="0"/>
              </a:spcBef>
              <a:spcAft>
                <a:spcPts val="0"/>
              </a:spcAft>
              <a:buNone/>
            </a:pPr>
            <a:fld id="{00000000-1234-1234-1234-123412341234}" type="slidenum">
              <a:rPr lang="en"/>
              <a:t>‹#›</a:t>
            </a:fld>
            <a:endParaRPr/>
          </a:p>
        </p:txBody>
      </p:sp>
      <p:sp>
        <p:nvSpPr>
          <p:cNvPr id="33" name="Google Shape;33;p5"/>
          <p:cNvSpPr txBox="1"/>
          <p:nvPr>
            <p:ph type="title"/>
          </p:nvPr>
        </p:nvSpPr>
        <p:spPr>
          <a:xfrm>
            <a:off x="228600" y="2236650"/>
            <a:ext cx="3551400" cy="6702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4500"/>
              <a:buNone/>
              <a:defRPr sz="4500"/>
            </a:lvl1pPr>
            <a:lvl2pPr lvl="1" algn="l">
              <a:lnSpc>
                <a:spcPct val="100000"/>
              </a:lnSpc>
              <a:spcBef>
                <a:spcPts val="0"/>
              </a:spcBef>
              <a:spcAft>
                <a:spcPts val="0"/>
              </a:spcAft>
              <a:buSzPts val="4500"/>
              <a:buNone/>
              <a:defRPr sz="4500"/>
            </a:lvl2pPr>
            <a:lvl3pPr lvl="2" algn="l">
              <a:lnSpc>
                <a:spcPct val="100000"/>
              </a:lnSpc>
              <a:spcBef>
                <a:spcPts val="0"/>
              </a:spcBef>
              <a:spcAft>
                <a:spcPts val="0"/>
              </a:spcAft>
              <a:buSzPts val="4500"/>
              <a:buNone/>
              <a:defRPr sz="4500"/>
            </a:lvl3pPr>
            <a:lvl4pPr lvl="3" algn="l">
              <a:lnSpc>
                <a:spcPct val="100000"/>
              </a:lnSpc>
              <a:spcBef>
                <a:spcPts val="0"/>
              </a:spcBef>
              <a:spcAft>
                <a:spcPts val="0"/>
              </a:spcAft>
              <a:buSzPts val="4500"/>
              <a:buNone/>
              <a:defRPr sz="4500"/>
            </a:lvl4pPr>
            <a:lvl5pPr lvl="4" algn="l">
              <a:lnSpc>
                <a:spcPct val="100000"/>
              </a:lnSpc>
              <a:spcBef>
                <a:spcPts val="0"/>
              </a:spcBef>
              <a:spcAft>
                <a:spcPts val="0"/>
              </a:spcAft>
              <a:buSzPts val="4500"/>
              <a:buNone/>
              <a:defRPr sz="4500"/>
            </a:lvl5pPr>
            <a:lvl6pPr lvl="5" algn="l">
              <a:lnSpc>
                <a:spcPct val="100000"/>
              </a:lnSpc>
              <a:spcBef>
                <a:spcPts val="0"/>
              </a:spcBef>
              <a:spcAft>
                <a:spcPts val="0"/>
              </a:spcAft>
              <a:buSzPts val="4500"/>
              <a:buNone/>
              <a:defRPr sz="4500"/>
            </a:lvl6pPr>
            <a:lvl7pPr lvl="6" algn="l">
              <a:lnSpc>
                <a:spcPct val="100000"/>
              </a:lnSpc>
              <a:spcBef>
                <a:spcPts val="0"/>
              </a:spcBef>
              <a:spcAft>
                <a:spcPts val="0"/>
              </a:spcAft>
              <a:buSzPts val="4500"/>
              <a:buNone/>
              <a:defRPr sz="4500"/>
            </a:lvl7pPr>
            <a:lvl8pPr lvl="7" algn="l">
              <a:lnSpc>
                <a:spcPct val="100000"/>
              </a:lnSpc>
              <a:spcBef>
                <a:spcPts val="0"/>
              </a:spcBef>
              <a:spcAft>
                <a:spcPts val="0"/>
              </a:spcAft>
              <a:buSzPts val="4500"/>
              <a:buNone/>
              <a:defRPr sz="4500"/>
            </a:lvl8pPr>
            <a:lvl9pPr lvl="8" algn="l">
              <a:lnSpc>
                <a:spcPct val="100000"/>
              </a:lnSpc>
              <a:spcBef>
                <a:spcPts val="0"/>
              </a:spcBef>
              <a:spcAft>
                <a:spcPts val="0"/>
              </a:spcAft>
              <a:buSzPts val="4500"/>
              <a:buNone/>
              <a:defRPr sz="4500"/>
            </a:lvl9pPr>
          </a:lstStyle>
          <a:p/>
        </p:txBody>
      </p:sp>
      <p:sp>
        <p:nvSpPr>
          <p:cNvPr id="34" name="Google Shape;34;p5"/>
          <p:cNvSpPr txBox="1"/>
          <p:nvPr>
            <p:ph idx="1" type="subTitle"/>
          </p:nvPr>
        </p:nvSpPr>
        <p:spPr>
          <a:xfrm>
            <a:off x="4572000" y="1004700"/>
            <a:ext cx="4343400" cy="31341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2000"/>
              <a:buNone/>
              <a:defRPr/>
            </a:lvl1pPr>
            <a:lvl2pPr lvl="1" algn="l">
              <a:lnSpc>
                <a:spcPct val="100000"/>
              </a:lnSpc>
              <a:spcBef>
                <a:spcPts val="0"/>
              </a:spcBef>
              <a:spcAft>
                <a:spcPts val="0"/>
              </a:spcAft>
              <a:buSzPts val="2000"/>
              <a:buNone/>
              <a:defRPr/>
            </a:lvl2pPr>
            <a:lvl3pPr lvl="2" algn="l">
              <a:lnSpc>
                <a:spcPct val="100000"/>
              </a:lnSpc>
              <a:spcBef>
                <a:spcPts val="0"/>
              </a:spcBef>
              <a:spcAft>
                <a:spcPts val="0"/>
              </a:spcAft>
              <a:buSzPts val="2000"/>
              <a:buNone/>
              <a:defRPr/>
            </a:lvl3pPr>
            <a:lvl4pPr lvl="3" algn="l">
              <a:lnSpc>
                <a:spcPct val="100000"/>
              </a:lnSpc>
              <a:spcBef>
                <a:spcPts val="0"/>
              </a:spcBef>
              <a:spcAft>
                <a:spcPts val="0"/>
              </a:spcAft>
              <a:buSzPts val="2000"/>
              <a:buNone/>
              <a:defRPr/>
            </a:lvl4pPr>
            <a:lvl5pPr lvl="4" algn="l">
              <a:lnSpc>
                <a:spcPct val="100000"/>
              </a:lnSpc>
              <a:spcBef>
                <a:spcPts val="0"/>
              </a:spcBef>
              <a:spcAft>
                <a:spcPts val="0"/>
              </a:spcAft>
              <a:buSzPts val="2000"/>
              <a:buNone/>
              <a:defRPr/>
            </a:lvl5pPr>
            <a:lvl6pPr lvl="5" algn="l">
              <a:lnSpc>
                <a:spcPct val="100000"/>
              </a:lnSpc>
              <a:spcBef>
                <a:spcPts val="0"/>
              </a:spcBef>
              <a:spcAft>
                <a:spcPts val="0"/>
              </a:spcAft>
              <a:buSzPts val="2000"/>
              <a:buNone/>
              <a:defRPr/>
            </a:lvl6pPr>
            <a:lvl7pPr lvl="6" algn="l">
              <a:lnSpc>
                <a:spcPct val="100000"/>
              </a:lnSpc>
              <a:spcBef>
                <a:spcPts val="0"/>
              </a:spcBef>
              <a:spcAft>
                <a:spcPts val="0"/>
              </a:spcAft>
              <a:buSzPts val="2000"/>
              <a:buNone/>
              <a:defRPr/>
            </a:lvl7pPr>
            <a:lvl8pPr lvl="7" algn="l">
              <a:lnSpc>
                <a:spcPct val="100000"/>
              </a:lnSpc>
              <a:spcBef>
                <a:spcPts val="0"/>
              </a:spcBef>
              <a:spcAft>
                <a:spcPts val="0"/>
              </a:spcAft>
              <a:buSzPts val="2000"/>
              <a:buNone/>
              <a:defRPr/>
            </a:lvl8pPr>
            <a:lvl9pPr lvl="8" algn="l">
              <a:lnSpc>
                <a:spcPct val="100000"/>
              </a:lnSpc>
              <a:spcBef>
                <a:spcPts val="0"/>
              </a:spcBef>
              <a:spcAft>
                <a:spcPts val="0"/>
              </a:spcAft>
              <a:buSzPts val="2000"/>
              <a:buNone/>
              <a:defRPr/>
            </a:lvl9pPr>
          </a:lstStyle>
          <a:p/>
        </p:txBody>
      </p:sp>
      <p:sp>
        <p:nvSpPr>
          <p:cNvPr id="35" name="Google Shape;35;p5"/>
          <p:cNvSpPr txBox="1"/>
          <p:nvPr>
            <p:ph idx="2" type="body"/>
          </p:nvPr>
        </p:nvSpPr>
        <p:spPr>
          <a:xfrm>
            <a:off x="228600" y="4679000"/>
            <a:ext cx="4343400" cy="324300"/>
          </a:xfrm>
          <a:prstGeom prst="rect">
            <a:avLst/>
          </a:prstGeom>
          <a:noFill/>
          <a:ln>
            <a:noFill/>
          </a:ln>
        </p:spPr>
        <p:txBody>
          <a:bodyPr anchorCtr="0" anchor="t" bIns="91425" lIns="91425" spcFirstLastPara="1" rIns="91425" wrap="square" tIns="91425">
            <a:noAutofit/>
          </a:bodyPr>
          <a:lstStyle>
            <a:lvl1pPr indent="-285750" lvl="0" marL="457200" algn="l">
              <a:lnSpc>
                <a:spcPct val="100000"/>
              </a:lnSpc>
              <a:spcBef>
                <a:spcPts val="0"/>
              </a:spcBef>
              <a:spcAft>
                <a:spcPts val="0"/>
              </a:spcAft>
              <a:buSzPts val="900"/>
              <a:buChar char="●"/>
              <a:defRPr/>
            </a:lvl1pPr>
            <a:lvl2pPr indent="-285750" lvl="1" marL="914400" algn="l">
              <a:lnSpc>
                <a:spcPct val="100000"/>
              </a:lnSpc>
              <a:spcBef>
                <a:spcPts val="0"/>
              </a:spcBef>
              <a:spcAft>
                <a:spcPts val="0"/>
              </a:spcAft>
              <a:buSzPts val="900"/>
              <a:buChar char="○"/>
              <a:defRPr/>
            </a:lvl2pPr>
            <a:lvl3pPr indent="-285750" lvl="2" marL="1371600" algn="l">
              <a:lnSpc>
                <a:spcPct val="100000"/>
              </a:lnSpc>
              <a:spcBef>
                <a:spcPts val="0"/>
              </a:spcBef>
              <a:spcAft>
                <a:spcPts val="0"/>
              </a:spcAft>
              <a:buSzPts val="900"/>
              <a:buChar char="■"/>
              <a:defRPr/>
            </a:lvl3pPr>
            <a:lvl4pPr indent="-285750" lvl="3" marL="1828800" algn="l">
              <a:lnSpc>
                <a:spcPct val="100000"/>
              </a:lnSpc>
              <a:spcBef>
                <a:spcPts val="0"/>
              </a:spcBef>
              <a:spcAft>
                <a:spcPts val="0"/>
              </a:spcAft>
              <a:buSzPts val="900"/>
              <a:buChar char="●"/>
              <a:defRPr/>
            </a:lvl4pPr>
            <a:lvl5pPr indent="-285750" lvl="4" marL="2286000" algn="l">
              <a:lnSpc>
                <a:spcPct val="100000"/>
              </a:lnSpc>
              <a:spcBef>
                <a:spcPts val="0"/>
              </a:spcBef>
              <a:spcAft>
                <a:spcPts val="0"/>
              </a:spcAft>
              <a:buSzPts val="900"/>
              <a:buChar char="○"/>
              <a:defRPr/>
            </a:lvl5pPr>
            <a:lvl6pPr indent="-285750" lvl="5" marL="2743200" algn="l">
              <a:lnSpc>
                <a:spcPct val="100000"/>
              </a:lnSpc>
              <a:spcBef>
                <a:spcPts val="0"/>
              </a:spcBef>
              <a:spcAft>
                <a:spcPts val="0"/>
              </a:spcAft>
              <a:buSzPts val="900"/>
              <a:buChar char="■"/>
              <a:defRPr/>
            </a:lvl6pPr>
            <a:lvl7pPr indent="-285750" lvl="6" marL="3200400" algn="l">
              <a:lnSpc>
                <a:spcPct val="100000"/>
              </a:lnSpc>
              <a:spcBef>
                <a:spcPts val="0"/>
              </a:spcBef>
              <a:spcAft>
                <a:spcPts val="0"/>
              </a:spcAft>
              <a:buSzPts val="900"/>
              <a:buChar char="●"/>
              <a:defRPr/>
            </a:lvl7pPr>
            <a:lvl8pPr indent="-285750" lvl="7" marL="3657600" algn="l">
              <a:lnSpc>
                <a:spcPct val="100000"/>
              </a:lnSpc>
              <a:spcBef>
                <a:spcPts val="0"/>
              </a:spcBef>
              <a:spcAft>
                <a:spcPts val="0"/>
              </a:spcAft>
              <a:buSzPts val="900"/>
              <a:buChar char="○"/>
              <a:defRPr/>
            </a:lvl8pPr>
            <a:lvl9pPr indent="-285750" lvl="8" marL="4114800" algn="l">
              <a:lnSpc>
                <a:spcPct val="100000"/>
              </a:lnSpc>
              <a:spcBef>
                <a:spcPts val="0"/>
              </a:spcBef>
              <a:spcAft>
                <a:spcPts val="0"/>
              </a:spcAft>
              <a:buSzPts val="900"/>
              <a:buChar char="■"/>
              <a:defRPr/>
            </a:lvl9pPr>
          </a:lstStyle>
          <a:p/>
        </p:txBody>
      </p:sp>
      <p:cxnSp>
        <p:nvCxnSpPr>
          <p:cNvPr id="36" name="Google Shape;36;p5"/>
          <p:cNvCxnSpPr/>
          <p:nvPr/>
        </p:nvCxnSpPr>
        <p:spPr>
          <a:xfrm flipH="1" rot="10800000">
            <a:off x="225750" y="4678950"/>
            <a:ext cx="8692500" cy="5700"/>
          </a:xfrm>
          <a:prstGeom prst="straightConnector1">
            <a:avLst/>
          </a:prstGeom>
          <a:noFill/>
          <a:ln cap="flat" cmpd="sng" w="9525">
            <a:solidFill>
              <a:schemeClr val="dk1"/>
            </a:solidFill>
            <a:prstDash val="solid"/>
            <a:round/>
            <a:headEnd len="sm" w="sm" type="none"/>
            <a:tailEnd len="sm" w="sm" type="none"/>
          </a:ln>
        </p:spPr>
      </p:cxn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with footer" type="twoColTx">
  <p:cSld name="TITLE_AND_TWO_COLUMNS">
    <p:spTree>
      <p:nvGrpSpPr>
        <p:cNvPr id="37" name="Shape 37"/>
        <p:cNvGrpSpPr/>
        <p:nvPr/>
      </p:nvGrpSpPr>
      <p:grpSpPr>
        <a:xfrm>
          <a:off x="0" y="0"/>
          <a:ext cx="0" cy="0"/>
          <a:chOff x="0" y="0"/>
          <a:chExt cx="0" cy="0"/>
        </a:xfrm>
      </p:grpSpPr>
      <p:sp>
        <p:nvSpPr>
          <p:cNvPr id="38" name="Google Shape;38;p6"/>
          <p:cNvSpPr txBox="1"/>
          <p:nvPr>
            <p:ph idx="12" type="sldNum"/>
          </p:nvPr>
        </p:nvSpPr>
        <p:spPr>
          <a:xfrm>
            <a:off x="7426775" y="4679000"/>
            <a:ext cx="1502400" cy="3243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9pPr>
          </a:lstStyle>
          <a:p>
            <a:pPr indent="0" lvl="0" marL="0" rtl="0" algn="r">
              <a:spcBef>
                <a:spcPts val="0"/>
              </a:spcBef>
              <a:spcAft>
                <a:spcPts val="0"/>
              </a:spcAft>
              <a:buNone/>
            </a:pPr>
            <a:fld id="{00000000-1234-1234-1234-123412341234}" type="slidenum">
              <a:rPr lang="en"/>
              <a:t>‹#›</a:t>
            </a:fld>
            <a:endParaRPr/>
          </a:p>
        </p:txBody>
      </p:sp>
      <p:sp>
        <p:nvSpPr>
          <p:cNvPr id="39" name="Google Shape;39;p6"/>
          <p:cNvSpPr txBox="1"/>
          <p:nvPr>
            <p:ph type="title"/>
          </p:nvPr>
        </p:nvSpPr>
        <p:spPr>
          <a:xfrm>
            <a:off x="229450" y="164350"/>
            <a:ext cx="8686800" cy="8745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6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40" name="Google Shape;40;p6"/>
          <p:cNvSpPr txBox="1"/>
          <p:nvPr>
            <p:ph idx="1" type="body"/>
          </p:nvPr>
        </p:nvSpPr>
        <p:spPr>
          <a:xfrm>
            <a:off x="229450" y="3455951"/>
            <a:ext cx="2834100" cy="1054200"/>
          </a:xfrm>
          <a:prstGeom prst="rect">
            <a:avLst/>
          </a:prstGeom>
          <a:noFill/>
          <a:ln>
            <a:noFill/>
          </a:ln>
        </p:spPr>
        <p:txBody>
          <a:bodyPr anchorCtr="0" anchor="t" bIns="91425" lIns="91425" spcFirstLastPara="1" rIns="91425" wrap="square" tIns="91425">
            <a:noAutofit/>
          </a:bodyPr>
          <a:lstStyle>
            <a:lvl1pPr indent="-285750" lvl="0" marL="457200" algn="l">
              <a:lnSpc>
                <a:spcPct val="100000"/>
              </a:lnSpc>
              <a:spcBef>
                <a:spcPts val="0"/>
              </a:spcBef>
              <a:spcAft>
                <a:spcPts val="0"/>
              </a:spcAft>
              <a:buSzPts val="900"/>
              <a:buChar char="●"/>
              <a:defRPr/>
            </a:lvl1pPr>
            <a:lvl2pPr indent="-285750" lvl="1" marL="914400" algn="l">
              <a:lnSpc>
                <a:spcPct val="100000"/>
              </a:lnSpc>
              <a:spcBef>
                <a:spcPts val="0"/>
              </a:spcBef>
              <a:spcAft>
                <a:spcPts val="0"/>
              </a:spcAft>
              <a:buSzPts val="900"/>
              <a:buChar char="○"/>
              <a:defRPr/>
            </a:lvl2pPr>
            <a:lvl3pPr indent="-285750" lvl="2" marL="1371600" algn="l">
              <a:lnSpc>
                <a:spcPct val="100000"/>
              </a:lnSpc>
              <a:spcBef>
                <a:spcPts val="0"/>
              </a:spcBef>
              <a:spcAft>
                <a:spcPts val="0"/>
              </a:spcAft>
              <a:buSzPts val="900"/>
              <a:buChar char="■"/>
              <a:defRPr/>
            </a:lvl3pPr>
            <a:lvl4pPr indent="-285750" lvl="3" marL="1828800" algn="l">
              <a:lnSpc>
                <a:spcPct val="100000"/>
              </a:lnSpc>
              <a:spcBef>
                <a:spcPts val="0"/>
              </a:spcBef>
              <a:spcAft>
                <a:spcPts val="0"/>
              </a:spcAft>
              <a:buSzPts val="900"/>
              <a:buChar char="●"/>
              <a:defRPr/>
            </a:lvl4pPr>
            <a:lvl5pPr indent="-285750" lvl="4" marL="2286000" algn="l">
              <a:lnSpc>
                <a:spcPct val="100000"/>
              </a:lnSpc>
              <a:spcBef>
                <a:spcPts val="0"/>
              </a:spcBef>
              <a:spcAft>
                <a:spcPts val="0"/>
              </a:spcAft>
              <a:buSzPts val="900"/>
              <a:buChar char="○"/>
              <a:defRPr/>
            </a:lvl5pPr>
            <a:lvl6pPr indent="-285750" lvl="5" marL="2743200" algn="l">
              <a:lnSpc>
                <a:spcPct val="100000"/>
              </a:lnSpc>
              <a:spcBef>
                <a:spcPts val="0"/>
              </a:spcBef>
              <a:spcAft>
                <a:spcPts val="0"/>
              </a:spcAft>
              <a:buSzPts val="900"/>
              <a:buChar char="■"/>
              <a:defRPr/>
            </a:lvl6pPr>
            <a:lvl7pPr indent="-285750" lvl="6" marL="3200400" algn="l">
              <a:lnSpc>
                <a:spcPct val="100000"/>
              </a:lnSpc>
              <a:spcBef>
                <a:spcPts val="0"/>
              </a:spcBef>
              <a:spcAft>
                <a:spcPts val="0"/>
              </a:spcAft>
              <a:buSzPts val="900"/>
              <a:buChar char="●"/>
              <a:defRPr/>
            </a:lvl7pPr>
            <a:lvl8pPr indent="-285750" lvl="7" marL="3657600" algn="l">
              <a:lnSpc>
                <a:spcPct val="100000"/>
              </a:lnSpc>
              <a:spcBef>
                <a:spcPts val="0"/>
              </a:spcBef>
              <a:spcAft>
                <a:spcPts val="0"/>
              </a:spcAft>
              <a:buSzPts val="900"/>
              <a:buChar char="○"/>
              <a:defRPr/>
            </a:lvl8pPr>
            <a:lvl9pPr indent="-285750" lvl="8" marL="4114800" algn="l">
              <a:lnSpc>
                <a:spcPct val="100000"/>
              </a:lnSpc>
              <a:spcBef>
                <a:spcPts val="0"/>
              </a:spcBef>
              <a:spcAft>
                <a:spcPts val="0"/>
              </a:spcAft>
              <a:buSzPts val="900"/>
              <a:buChar char="■"/>
              <a:defRPr/>
            </a:lvl9pPr>
          </a:lstStyle>
          <a:p/>
        </p:txBody>
      </p:sp>
      <p:sp>
        <p:nvSpPr>
          <p:cNvPr id="41" name="Google Shape;41;p6"/>
          <p:cNvSpPr txBox="1"/>
          <p:nvPr>
            <p:ph idx="2" type="subTitle"/>
          </p:nvPr>
        </p:nvSpPr>
        <p:spPr>
          <a:xfrm>
            <a:off x="229450" y="3127850"/>
            <a:ext cx="2834100" cy="3243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900"/>
              <a:buNone/>
              <a:defRPr b="1" sz="900"/>
            </a:lvl1pPr>
            <a:lvl2pPr lvl="1" algn="l">
              <a:lnSpc>
                <a:spcPct val="100000"/>
              </a:lnSpc>
              <a:spcBef>
                <a:spcPts val="0"/>
              </a:spcBef>
              <a:spcAft>
                <a:spcPts val="0"/>
              </a:spcAft>
              <a:buSzPts val="900"/>
              <a:buNone/>
              <a:defRPr b="1" sz="900"/>
            </a:lvl2pPr>
            <a:lvl3pPr lvl="2" algn="l">
              <a:lnSpc>
                <a:spcPct val="100000"/>
              </a:lnSpc>
              <a:spcBef>
                <a:spcPts val="0"/>
              </a:spcBef>
              <a:spcAft>
                <a:spcPts val="0"/>
              </a:spcAft>
              <a:buSzPts val="900"/>
              <a:buNone/>
              <a:defRPr b="1" sz="900"/>
            </a:lvl3pPr>
            <a:lvl4pPr lvl="3" algn="l">
              <a:lnSpc>
                <a:spcPct val="100000"/>
              </a:lnSpc>
              <a:spcBef>
                <a:spcPts val="0"/>
              </a:spcBef>
              <a:spcAft>
                <a:spcPts val="0"/>
              </a:spcAft>
              <a:buSzPts val="900"/>
              <a:buNone/>
              <a:defRPr b="1" sz="900"/>
            </a:lvl4pPr>
            <a:lvl5pPr lvl="4" algn="l">
              <a:lnSpc>
                <a:spcPct val="100000"/>
              </a:lnSpc>
              <a:spcBef>
                <a:spcPts val="0"/>
              </a:spcBef>
              <a:spcAft>
                <a:spcPts val="0"/>
              </a:spcAft>
              <a:buSzPts val="900"/>
              <a:buNone/>
              <a:defRPr b="1" sz="900"/>
            </a:lvl5pPr>
            <a:lvl6pPr lvl="5" algn="l">
              <a:lnSpc>
                <a:spcPct val="100000"/>
              </a:lnSpc>
              <a:spcBef>
                <a:spcPts val="0"/>
              </a:spcBef>
              <a:spcAft>
                <a:spcPts val="0"/>
              </a:spcAft>
              <a:buSzPts val="900"/>
              <a:buNone/>
              <a:defRPr b="1" sz="900"/>
            </a:lvl6pPr>
            <a:lvl7pPr lvl="6" algn="l">
              <a:lnSpc>
                <a:spcPct val="100000"/>
              </a:lnSpc>
              <a:spcBef>
                <a:spcPts val="0"/>
              </a:spcBef>
              <a:spcAft>
                <a:spcPts val="0"/>
              </a:spcAft>
              <a:buSzPts val="900"/>
              <a:buNone/>
              <a:defRPr b="1" sz="900"/>
            </a:lvl7pPr>
            <a:lvl8pPr lvl="7" algn="l">
              <a:lnSpc>
                <a:spcPct val="100000"/>
              </a:lnSpc>
              <a:spcBef>
                <a:spcPts val="0"/>
              </a:spcBef>
              <a:spcAft>
                <a:spcPts val="0"/>
              </a:spcAft>
              <a:buSzPts val="900"/>
              <a:buNone/>
              <a:defRPr b="1" sz="900"/>
            </a:lvl8pPr>
            <a:lvl9pPr lvl="8" algn="l">
              <a:lnSpc>
                <a:spcPct val="100000"/>
              </a:lnSpc>
              <a:spcBef>
                <a:spcPts val="0"/>
              </a:spcBef>
              <a:spcAft>
                <a:spcPts val="0"/>
              </a:spcAft>
              <a:buSzPts val="900"/>
              <a:buNone/>
              <a:defRPr b="1" sz="900"/>
            </a:lvl9pPr>
          </a:lstStyle>
          <a:p/>
        </p:txBody>
      </p:sp>
      <p:sp>
        <p:nvSpPr>
          <p:cNvPr id="42" name="Google Shape;42;p6"/>
          <p:cNvSpPr txBox="1"/>
          <p:nvPr>
            <p:ph idx="3" type="body"/>
          </p:nvPr>
        </p:nvSpPr>
        <p:spPr>
          <a:xfrm>
            <a:off x="3155800" y="3455951"/>
            <a:ext cx="2834100" cy="1054200"/>
          </a:xfrm>
          <a:prstGeom prst="rect">
            <a:avLst/>
          </a:prstGeom>
          <a:noFill/>
          <a:ln>
            <a:noFill/>
          </a:ln>
        </p:spPr>
        <p:txBody>
          <a:bodyPr anchorCtr="0" anchor="t" bIns="91425" lIns="91425" spcFirstLastPara="1" rIns="91425" wrap="square" tIns="91425">
            <a:noAutofit/>
          </a:bodyPr>
          <a:lstStyle>
            <a:lvl1pPr indent="-285750" lvl="0" marL="457200" algn="l">
              <a:lnSpc>
                <a:spcPct val="100000"/>
              </a:lnSpc>
              <a:spcBef>
                <a:spcPts val="0"/>
              </a:spcBef>
              <a:spcAft>
                <a:spcPts val="0"/>
              </a:spcAft>
              <a:buSzPts val="900"/>
              <a:buChar char="●"/>
              <a:defRPr/>
            </a:lvl1pPr>
            <a:lvl2pPr indent="-285750" lvl="1" marL="914400" algn="l">
              <a:lnSpc>
                <a:spcPct val="100000"/>
              </a:lnSpc>
              <a:spcBef>
                <a:spcPts val="0"/>
              </a:spcBef>
              <a:spcAft>
                <a:spcPts val="0"/>
              </a:spcAft>
              <a:buSzPts val="900"/>
              <a:buChar char="○"/>
              <a:defRPr/>
            </a:lvl2pPr>
            <a:lvl3pPr indent="-285750" lvl="2" marL="1371600" algn="l">
              <a:lnSpc>
                <a:spcPct val="100000"/>
              </a:lnSpc>
              <a:spcBef>
                <a:spcPts val="0"/>
              </a:spcBef>
              <a:spcAft>
                <a:spcPts val="0"/>
              </a:spcAft>
              <a:buSzPts val="900"/>
              <a:buChar char="■"/>
              <a:defRPr/>
            </a:lvl3pPr>
            <a:lvl4pPr indent="-285750" lvl="3" marL="1828800" algn="l">
              <a:lnSpc>
                <a:spcPct val="100000"/>
              </a:lnSpc>
              <a:spcBef>
                <a:spcPts val="0"/>
              </a:spcBef>
              <a:spcAft>
                <a:spcPts val="0"/>
              </a:spcAft>
              <a:buSzPts val="900"/>
              <a:buChar char="●"/>
              <a:defRPr/>
            </a:lvl4pPr>
            <a:lvl5pPr indent="-285750" lvl="4" marL="2286000" algn="l">
              <a:lnSpc>
                <a:spcPct val="100000"/>
              </a:lnSpc>
              <a:spcBef>
                <a:spcPts val="0"/>
              </a:spcBef>
              <a:spcAft>
                <a:spcPts val="0"/>
              </a:spcAft>
              <a:buSzPts val="900"/>
              <a:buChar char="○"/>
              <a:defRPr/>
            </a:lvl5pPr>
            <a:lvl6pPr indent="-285750" lvl="5" marL="2743200" algn="l">
              <a:lnSpc>
                <a:spcPct val="100000"/>
              </a:lnSpc>
              <a:spcBef>
                <a:spcPts val="0"/>
              </a:spcBef>
              <a:spcAft>
                <a:spcPts val="0"/>
              </a:spcAft>
              <a:buSzPts val="900"/>
              <a:buChar char="■"/>
              <a:defRPr/>
            </a:lvl6pPr>
            <a:lvl7pPr indent="-285750" lvl="6" marL="3200400" algn="l">
              <a:lnSpc>
                <a:spcPct val="100000"/>
              </a:lnSpc>
              <a:spcBef>
                <a:spcPts val="0"/>
              </a:spcBef>
              <a:spcAft>
                <a:spcPts val="0"/>
              </a:spcAft>
              <a:buSzPts val="900"/>
              <a:buChar char="●"/>
              <a:defRPr/>
            </a:lvl7pPr>
            <a:lvl8pPr indent="-285750" lvl="7" marL="3657600" algn="l">
              <a:lnSpc>
                <a:spcPct val="100000"/>
              </a:lnSpc>
              <a:spcBef>
                <a:spcPts val="0"/>
              </a:spcBef>
              <a:spcAft>
                <a:spcPts val="0"/>
              </a:spcAft>
              <a:buSzPts val="900"/>
              <a:buChar char="○"/>
              <a:defRPr/>
            </a:lvl8pPr>
            <a:lvl9pPr indent="-285750" lvl="8" marL="4114800" algn="l">
              <a:lnSpc>
                <a:spcPct val="100000"/>
              </a:lnSpc>
              <a:spcBef>
                <a:spcPts val="0"/>
              </a:spcBef>
              <a:spcAft>
                <a:spcPts val="0"/>
              </a:spcAft>
              <a:buSzPts val="900"/>
              <a:buChar char="■"/>
              <a:defRPr/>
            </a:lvl9pPr>
          </a:lstStyle>
          <a:p/>
        </p:txBody>
      </p:sp>
      <p:sp>
        <p:nvSpPr>
          <p:cNvPr id="43" name="Google Shape;43;p6"/>
          <p:cNvSpPr txBox="1"/>
          <p:nvPr>
            <p:ph idx="4" type="subTitle"/>
          </p:nvPr>
        </p:nvSpPr>
        <p:spPr>
          <a:xfrm>
            <a:off x="3155800" y="3127850"/>
            <a:ext cx="2834100" cy="3243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900"/>
              <a:buNone/>
              <a:defRPr b="1" sz="900"/>
            </a:lvl1pPr>
            <a:lvl2pPr lvl="1" algn="l">
              <a:lnSpc>
                <a:spcPct val="100000"/>
              </a:lnSpc>
              <a:spcBef>
                <a:spcPts val="0"/>
              </a:spcBef>
              <a:spcAft>
                <a:spcPts val="0"/>
              </a:spcAft>
              <a:buSzPts val="900"/>
              <a:buNone/>
              <a:defRPr b="1" sz="900"/>
            </a:lvl2pPr>
            <a:lvl3pPr lvl="2" algn="l">
              <a:lnSpc>
                <a:spcPct val="100000"/>
              </a:lnSpc>
              <a:spcBef>
                <a:spcPts val="0"/>
              </a:spcBef>
              <a:spcAft>
                <a:spcPts val="0"/>
              </a:spcAft>
              <a:buSzPts val="900"/>
              <a:buNone/>
              <a:defRPr b="1" sz="900"/>
            </a:lvl3pPr>
            <a:lvl4pPr lvl="3" algn="l">
              <a:lnSpc>
                <a:spcPct val="100000"/>
              </a:lnSpc>
              <a:spcBef>
                <a:spcPts val="0"/>
              </a:spcBef>
              <a:spcAft>
                <a:spcPts val="0"/>
              </a:spcAft>
              <a:buSzPts val="900"/>
              <a:buNone/>
              <a:defRPr b="1" sz="900"/>
            </a:lvl4pPr>
            <a:lvl5pPr lvl="4" algn="l">
              <a:lnSpc>
                <a:spcPct val="100000"/>
              </a:lnSpc>
              <a:spcBef>
                <a:spcPts val="0"/>
              </a:spcBef>
              <a:spcAft>
                <a:spcPts val="0"/>
              </a:spcAft>
              <a:buSzPts val="900"/>
              <a:buNone/>
              <a:defRPr b="1" sz="900"/>
            </a:lvl5pPr>
            <a:lvl6pPr lvl="5" algn="l">
              <a:lnSpc>
                <a:spcPct val="100000"/>
              </a:lnSpc>
              <a:spcBef>
                <a:spcPts val="0"/>
              </a:spcBef>
              <a:spcAft>
                <a:spcPts val="0"/>
              </a:spcAft>
              <a:buSzPts val="900"/>
              <a:buNone/>
              <a:defRPr b="1" sz="900"/>
            </a:lvl6pPr>
            <a:lvl7pPr lvl="6" algn="l">
              <a:lnSpc>
                <a:spcPct val="100000"/>
              </a:lnSpc>
              <a:spcBef>
                <a:spcPts val="0"/>
              </a:spcBef>
              <a:spcAft>
                <a:spcPts val="0"/>
              </a:spcAft>
              <a:buSzPts val="900"/>
              <a:buNone/>
              <a:defRPr b="1" sz="900"/>
            </a:lvl7pPr>
            <a:lvl8pPr lvl="7" algn="l">
              <a:lnSpc>
                <a:spcPct val="100000"/>
              </a:lnSpc>
              <a:spcBef>
                <a:spcPts val="0"/>
              </a:spcBef>
              <a:spcAft>
                <a:spcPts val="0"/>
              </a:spcAft>
              <a:buSzPts val="900"/>
              <a:buNone/>
              <a:defRPr b="1" sz="900"/>
            </a:lvl8pPr>
            <a:lvl9pPr lvl="8" algn="l">
              <a:lnSpc>
                <a:spcPct val="100000"/>
              </a:lnSpc>
              <a:spcBef>
                <a:spcPts val="0"/>
              </a:spcBef>
              <a:spcAft>
                <a:spcPts val="0"/>
              </a:spcAft>
              <a:buSzPts val="900"/>
              <a:buNone/>
              <a:defRPr b="1" sz="900"/>
            </a:lvl9pPr>
          </a:lstStyle>
          <a:p/>
        </p:txBody>
      </p:sp>
      <p:sp>
        <p:nvSpPr>
          <p:cNvPr id="44" name="Google Shape;44;p6"/>
          <p:cNvSpPr txBox="1"/>
          <p:nvPr>
            <p:ph idx="5" type="body"/>
          </p:nvPr>
        </p:nvSpPr>
        <p:spPr>
          <a:xfrm>
            <a:off x="6082150" y="3455951"/>
            <a:ext cx="2834100" cy="1054200"/>
          </a:xfrm>
          <a:prstGeom prst="rect">
            <a:avLst/>
          </a:prstGeom>
          <a:noFill/>
          <a:ln>
            <a:noFill/>
          </a:ln>
        </p:spPr>
        <p:txBody>
          <a:bodyPr anchorCtr="0" anchor="t" bIns="91425" lIns="91425" spcFirstLastPara="1" rIns="91425" wrap="square" tIns="91425">
            <a:noAutofit/>
          </a:bodyPr>
          <a:lstStyle>
            <a:lvl1pPr indent="-285750" lvl="0" marL="457200" algn="l">
              <a:lnSpc>
                <a:spcPct val="100000"/>
              </a:lnSpc>
              <a:spcBef>
                <a:spcPts val="0"/>
              </a:spcBef>
              <a:spcAft>
                <a:spcPts val="0"/>
              </a:spcAft>
              <a:buSzPts val="900"/>
              <a:buChar char="●"/>
              <a:defRPr/>
            </a:lvl1pPr>
            <a:lvl2pPr indent="-285750" lvl="1" marL="914400" algn="l">
              <a:lnSpc>
                <a:spcPct val="100000"/>
              </a:lnSpc>
              <a:spcBef>
                <a:spcPts val="0"/>
              </a:spcBef>
              <a:spcAft>
                <a:spcPts val="0"/>
              </a:spcAft>
              <a:buSzPts val="900"/>
              <a:buChar char="○"/>
              <a:defRPr/>
            </a:lvl2pPr>
            <a:lvl3pPr indent="-285750" lvl="2" marL="1371600" algn="l">
              <a:lnSpc>
                <a:spcPct val="100000"/>
              </a:lnSpc>
              <a:spcBef>
                <a:spcPts val="0"/>
              </a:spcBef>
              <a:spcAft>
                <a:spcPts val="0"/>
              </a:spcAft>
              <a:buSzPts val="900"/>
              <a:buChar char="■"/>
              <a:defRPr/>
            </a:lvl3pPr>
            <a:lvl4pPr indent="-285750" lvl="3" marL="1828800" algn="l">
              <a:lnSpc>
                <a:spcPct val="100000"/>
              </a:lnSpc>
              <a:spcBef>
                <a:spcPts val="0"/>
              </a:spcBef>
              <a:spcAft>
                <a:spcPts val="0"/>
              </a:spcAft>
              <a:buSzPts val="900"/>
              <a:buChar char="●"/>
              <a:defRPr/>
            </a:lvl4pPr>
            <a:lvl5pPr indent="-285750" lvl="4" marL="2286000" algn="l">
              <a:lnSpc>
                <a:spcPct val="100000"/>
              </a:lnSpc>
              <a:spcBef>
                <a:spcPts val="0"/>
              </a:spcBef>
              <a:spcAft>
                <a:spcPts val="0"/>
              </a:spcAft>
              <a:buSzPts val="900"/>
              <a:buChar char="○"/>
              <a:defRPr/>
            </a:lvl5pPr>
            <a:lvl6pPr indent="-285750" lvl="5" marL="2743200" algn="l">
              <a:lnSpc>
                <a:spcPct val="100000"/>
              </a:lnSpc>
              <a:spcBef>
                <a:spcPts val="0"/>
              </a:spcBef>
              <a:spcAft>
                <a:spcPts val="0"/>
              </a:spcAft>
              <a:buSzPts val="900"/>
              <a:buChar char="■"/>
              <a:defRPr/>
            </a:lvl6pPr>
            <a:lvl7pPr indent="-285750" lvl="6" marL="3200400" algn="l">
              <a:lnSpc>
                <a:spcPct val="100000"/>
              </a:lnSpc>
              <a:spcBef>
                <a:spcPts val="0"/>
              </a:spcBef>
              <a:spcAft>
                <a:spcPts val="0"/>
              </a:spcAft>
              <a:buSzPts val="900"/>
              <a:buChar char="●"/>
              <a:defRPr/>
            </a:lvl7pPr>
            <a:lvl8pPr indent="-285750" lvl="7" marL="3657600" algn="l">
              <a:lnSpc>
                <a:spcPct val="100000"/>
              </a:lnSpc>
              <a:spcBef>
                <a:spcPts val="0"/>
              </a:spcBef>
              <a:spcAft>
                <a:spcPts val="0"/>
              </a:spcAft>
              <a:buSzPts val="900"/>
              <a:buChar char="○"/>
              <a:defRPr/>
            </a:lvl8pPr>
            <a:lvl9pPr indent="-285750" lvl="8" marL="4114800" algn="l">
              <a:lnSpc>
                <a:spcPct val="100000"/>
              </a:lnSpc>
              <a:spcBef>
                <a:spcPts val="0"/>
              </a:spcBef>
              <a:spcAft>
                <a:spcPts val="0"/>
              </a:spcAft>
              <a:buSzPts val="900"/>
              <a:buChar char="■"/>
              <a:defRPr/>
            </a:lvl9pPr>
          </a:lstStyle>
          <a:p/>
        </p:txBody>
      </p:sp>
      <p:sp>
        <p:nvSpPr>
          <p:cNvPr id="45" name="Google Shape;45;p6"/>
          <p:cNvSpPr txBox="1"/>
          <p:nvPr>
            <p:ph idx="6" type="subTitle"/>
          </p:nvPr>
        </p:nvSpPr>
        <p:spPr>
          <a:xfrm>
            <a:off x="6082150" y="3127850"/>
            <a:ext cx="2834100" cy="3243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900"/>
              <a:buNone/>
              <a:defRPr b="1" sz="900"/>
            </a:lvl1pPr>
            <a:lvl2pPr lvl="1" algn="l">
              <a:lnSpc>
                <a:spcPct val="100000"/>
              </a:lnSpc>
              <a:spcBef>
                <a:spcPts val="0"/>
              </a:spcBef>
              <a:spcAft>
                <a:spcPts val="0"/>
              </a:spcAft>
              <a:buSzPts val="900"/>
              <a:buNone/>
              <a:defRPr b="1" sz="900"/>
            </a:lvl2pPr>
            <a:lvl3pPr lvl="2" algn="l">
              <a:lnSpc>
                <a:spcPct val="100000"/>
              </a:lnSpc>
              <a:spcBef>
                <a:spcPts val="0"/>
              </a:spcBef>
              <a:spcAft>
                <a:spcPts val="0"/>
              </a:spcAft>
              <a:buSzPts val="900"/>
              <a:buNone/>
              <a:defRPr b="1" sz="900"/>
            </a:lvl3pPr>
            <a:lvl4pPr lvl="3" algn="l">
              <a:lnSpc>
                <a:spcPct val="100000"/>
              </a:lnSpc>
              <a:spcBef>
                <a:spcPts val="0"/>
              </a:spcBef>
              <a:spcAft>
                <a:spcPts val="0"/>
              </a:spcAft>
              <a:buSzPts val="900"/>
              <a:buNone/>
              <a:defRPr b="1" sz="900"/>
            </a:lvl4pPr>
            <a:lvl5pPr lvl="4" algn="l">
              <a:lnSpc>
                <a:spcPct val="100000"/>
              </a:lnSpc>
              <a:spcBef>
                <a:spcPts val="0"/>
              </a:spcBef>
              <a:spcAft>
                <a:spcPts val="0"/>
              </a:spcAft>
              <a:buSzPts val="900"/>
              <a:buNone/>
              <a:defRPr b="1" sz="900"/>
            </a:lvl5pPr>
            <a:lvl6pPr lvl="5" algn="l">
              <a:lnSpc>
                <a:spcPct val="100000"/>
              </a:lnSpc>
              <a:spcBef>
                <a:spcPts val="0"/>
              </a:spcBef>
              <a:spcAft>
                <a:spcPts val="0"/>
              </a:spcAft>
              <a:buSzPts val="900"/>
              <a:buNone/>
              <a:defRPr b="1" sz="900"/>
            </a:lvl6pPr>
            <a:lvl7pPr lvl="6" algn="l">
              <a:lnSpc>
                <a:spcPct val="100000"/>
              </a:lnSpc>
              <a:spcBef>
                <a:spcPts val="0"/>
              </a:spcBef>
              <a:spcAft>
                <a:spcPts val="0"/>
              </a:spcAft>
              <a:buSzPts val="900"/>
              <a:buNone/>
              <a:defRPr b="1" sz="900"/>
            </a:lvl7pPr>
            <a:lvl8pPr lvl="7" algn="l">
              <a:lnSpc>
                <a:spcPct val="100000"/>
              </a:lnSpc>
              <a:spcBef>
                <a:spcPts val="0"/>
              </a:spcBef>
              <a:spcAft>
                <a:spcPts val="0"/>
              </a:spcAft>
              <a:buSzPts val="900"/>
              <a:buNone/>
              <a:defRPr b="1" sz="900"/>
            </a:lvl8pPr>
            <a:lvl9pPr lvl="8" algn="l">
              <a:lnSpc>
                <a:spcPct val="100000"/>
              </a:lnSpc>
              <a:spcBef>
                <a:spcPts val="0"/>
              </a:spcBef>
              <a:spcAft>
                <a:spcPts val="0"/>
              </a:spcAft>
              <a:buSzPts val="900"/>
              <a:buNone/>
              <a:defRPr b="1" sz="900"/>
            </a:lvl9pPr>
          </a:lstStyle>
          <a:p/>
        </p:txBody>
      </p:sp>
      <p:sp>
        <p:nvSpPr>
          <p:cNvPr id="46" name="Google Shape;46;p6"/>
          <p:cNvSpPr txBox="1"/>
          <p:nvPr>
            <p:ph idx="7" type="body"/>
          </p:nvPr>
        </p:nvSpPr>
        <p:spPr>
          <a:xfrm>
            <a:off x="228600" y="4679000"/>
            <a:ext cx="4343400" cy="324300"/>
          </a:xfrm>
          <a:prstGeom prst="rect">
            <a:avLst/>
          </a:prstGeom>
          <a:noFill/>
          <a:ln>
            <a:noFill/>
          </a:ln>
        </p:spPr>
        <p:txBody>
          <a:bodyPr anchorCtr="0" anchor="t" bIns="91425" lIns="91425" spcFirstLastPara="1" rIns="91425" wrap="square" tIns="91425">
            <a:noAutofit/>
          </a:bodyPr>
          <a:lstStyle>
            <a:lvl1pPr indent="-285750" lvl="0" marL="457200" algn="l">
              <a:lnSpc>
                <a:spcPct val="100000"/>
              </a:lnSpc>
              <a:spcBef>
                <a:spcPts val="0"/>
              </a:spcBef>
              <a:spcAft>
                <a:spcPts val="0"/>
              </a:spcAft>
              <a:buSzPts val="900"/>
              <a:buChar char="●"/>
              <a:defRPr/>
            </a:lvl1pPr>
            <a:lvl2pPr indent="-285750" lvl="1" marL="914400" algn="l">
              <a:lnSpc>
                <a:spcPct val="100000"/>
              </a:lnSpc>
              <a:spcBef>
                <a:spcPts val="0"/>
              </a:spcBef>
              <a:spcAft>
                <a:spcPts val="0"/>
              </a:spcAft>
              <a:buSzPts val="900"/>
              <a:buChar char="○"/>
              <a:defRPr/>
            </a:lvl2pPr>
            <a:lvl3pPr indent="-285750" lvl="2" marL="1371600" algn="l">
              <a:lnSpc>
                <a:spcPct val="100000"/>
              </a:lnSpc>
              <a:spcBef>
                <a:spcPts val="0"/>
              </a:spcBef>
              <a:spcAft>
                <a:spcPts val="0"/>
              </a:spcAft>
              <a:buSzPts val="900"/>
              <a:buChar char="■"/>
              <a:defRPr/>
            </a:lvl3pPr>
            <a:lvl4pPr indent="-285750" lvl="3" marL="1828800" algn="l">
              <a:lnSpc>
                <a:spcPct val="100000"/>
              </a:lnSpc>
              <a:spcBef>
                <a:spcPts val="0"/>
              </a:spcBef>
              <a:spcAft>
                <a:spcPts val="0"/>
              </a:spcAft>
              <a:buSzPts val="900"/>
              <a:buChar char="●"/>
              <a:defRPr/>
            </a:lvl4pPr>
            <a:lvl5pPr indent="-285750" lvl="4" marL="2286000" algn="l">
              <a:lnSpc>
                <a:spcPct val="100000"/>
              </a:lnSpc>
              <a:spcBef>
                <a:spcPts val="0"/>
              </a:spcBef>
              <a:spcAft>
                <a:spcPts val="0"/>
              </a:spcAft>
              <a:buSzPts val="900"/>
              <a:buChar char="○"/>
              <a:defRPr/>
            </a:lvl5pPr>
            <a:lvl6pPr indent="-285750" lvl="5" marL="2743200" algn="l">
              <a:lnSpc>
                <a:spcPct val="100000"/>
              </a:lnSpc>
              <a:spcBef>
                <a:spcPts val="0"/>
              </a:spcBef>
              <a:spcAft>
                <a:spcPts val="0"/>
              </a:spcAft>
              <a:buSzPts val="900"/>
              <a:buChar char="■"/>
              <a:defRPr/>
            </a:lvl6pPr>
            <a:lvl7pPr indent="-285750" lvl="6" marL="3200400" algn="l">
              <a:lnSpc>
                <a:spcPct val="100000"/>
              </a:lnSpc>
              <a:spcBef>
                <a:spcPts val="0"/>
              </a:spcBef>
              <a:spcAft>
                <a:spcPts val="0"/>
              </a:spcAft>
              <a:buSzPts val="900"/>
              <a:buChar char="●"/>
              <a:defRPr/>
            </a:lvl7pPr>
            <a:lvl8pPr indent="-285750" lvl="7" marL="3657600" algn="l">
              <a:lnSpc>
                <a:spcPct val="100000"/>
              </a:lnSpc>
              <a:spcBef>
                <a:spcPts val="0"/>
              </a:spcBef>
              <a:spcAft>
                <a:spcPts val="0"/>
              </a:spcAft>
              <a:buSzPts val="900"/>
              <a:buChar char="○"/>
              <a:defRPr/>
            </a:lvl8pPr>
            <a:lvl9pPr indent="-285750" lvl="8" marL="4114800" algn="l">
              <a:lnSpc>
                <a:spcPct val="100000"/>
              </a:lnSpc>
              <a:spcBef>
                <a:spcPts val="0"/>
              </a:spcBef>
              <a:spcAft>
                <a:spcPts val="0"/>
              </a:spcAft>
              <a:buSzPts val="900"/>
              <a:buChar char="■"/>
              <a:defRPr/>
            </a:lvl9pPr>
          </a:lstStyle>
          <a:p/>
        </p:txBody>
      </p:sp>
      <p:cxnSp>
        <p:nvCxnSpPr>
          <p:cNvPr id="47" name="Google Shape;47;p6"/>
          <p:cNvCxnSpPr/>
          <p:nvPr/>
        </p:nvCxnSpPr>
        <p:spPr>
          <a:xfrm flipH="1" rot="10800000">
            <a:off x="225750" y="4678950"/>
            <a:ext cx="8692500" cy="5700"/>
          </a:xfrm>
          <a:prstGeom prst="straightConnector1">
            <a:avLst/>
          </a:prstGeom>
          <a:noFill/>
          <a:ln cap="flat" cmpd="sng" w="9525">
            <a:solidFill>
              <a:schemeClr val="dk1"/>
            </a:solidFill>
            <a:prstDash val="solid"/>
            <a:round/>
            <a:headEnd len="sm" w="sm" type="none"/>
            <a:tailEnd len="sm" w="sm" type="none"/>
          </a:ln>
        </p:spPr>
      </p:cxn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V">
  <p:cSld name="CUSTOM_5">
    <p:spTree>
      <p:nvGrpSpPr>
        <p:cNvPr id="48" name="Shape 48"/>
        <p:cNvGrpSpPr/>
        <p:nvPr/>
      </p:nvGrpSpPr>
      <p:grpSpPr>
        <a:xfrm>
          <a:off x="0" y="0"/>
          <a:ext cx="0" cy="0"/>
          <a:chOff x="0" y="0"/>
          <a:chExt cx="0" cy="0"/>
        </a:xfrm>
      </p:grpSpPr>
      <p:sp>
        <p:nvSpPr>
          <p:cNvPr id="49" name="Google Shape;49;p7"/>
          <p:cNvSpPr txBox="1"/>
          <p:nvPr>
            <p:ph idx="1" type="body"/>
          </p:nvPr>
        </p:nvSpPr>
        <p:spPr>
          <a:xfrm>
            <a:off x="2400300" y="2448075"/>
            <a:ext cx="1889400" cy="2021100"/>
          </a:xfrm>
          <a:prstGeom prst="rect">
            <a:avLst/>
          </a:prstGeom>
          <a:noFill/>
          <a:ln>
            <a:noFill/>
          </a:ln>
        </p:spPr>
        <p:txBody>
          <a:bodyPr anchorCtr="0" anchor="t" bIns="91425" lIns="91425" spcFirstLastPara="1" rIns="91425" wrap="square" tIns="91425">
            <a:noAutofit/>
          </a:bodyPr>
          <a:lstStyle>
            <a:lvl1pPr indent="-285750" lvl="0" marL="457200" algn="l">
              <a:lnSpc>
                <a:spcPct val="100000"/>
              </a:lnSpc>
              <a:spcBef>
                <a:spcPts val="0"/>
              </a:spcBef>
              <a:spcAft>
                <a:spcPts val="0"/>
              </a:spcAft>
              <a:buSzPts val="900"/>
              <a:buChar char="●"/>
              <a:defRPr/>
            </a:lvl1pPr>
            <a:lvl2pPr indent="-285750" lvl="1" marL="914400" algn="l">
              <a:lnSpc>
                <a:spcPct val="100000"/>
              </a:lnSpc>
              <a:spcBef>
                <a:spcPts val="0"/>
              </a:spcBef>
              <a:spcAft>
                <a:spcPts val="0"/>
              </a:spcAft>
              <a:buSzPts val="900"/>
              <a:buChar char="○"/>
              <a:defRPr/>
            </a:lvl2pPr>
            <a:lvl3pPr indent="-285750" lvl="2" marL="1371600" algn="l">
              <a:lnSpc>
                <a:spcPct val="100000"/>
              </a:lnSpc>
              <a:spcBef>
                <a:spcPts val="0"/>
              </a:spcBef>
              <a:spcAft>
                <a:spcPts val="0"/>
              </a:spcAft>
              <a:buSzPts val="900"/>
              <a:buChar char="■"/>
              <a:defRPr/>
            </a:lvl3pPr>
            <a:lvl4pPr indent="-285750" lvl="3" marL="1828800" algn="l">
              <a:lnSpc>
                <a:spcPct val="100000"/>
              </a:lnSpc>
              <a:spcBef>
                <a:spcPts val="0"/>
              </a:spcBef>
              <a:spcAft>
                <a:spcPts val="0"/>
              </a:spcAft>
              <a:buSzPts val="900"/>
              <a:buChar char="●"/>
              <a:defRPr/>
            </a:lvl4pPr>
            <a:lvl5pPr indent="-285750" lvl="4" marL="2286000" algn="l">
              <a:lnSpc>
                <a:spcPct val="100000"/>
              </a:lnSpc>
              <a:spcBef>
                <a:spcPts val="0"/>
              </a:spcBef>
              <a:spcAft>
                <a:spcPts val="0"/>
              </a:spcAft>
              <a:buSzPts val="900"/>
              <a:buChar char="○"/>
              <a:defRPr/>
            </a:lvl5pPr>
            <a:lvl6pPr indent="-285750" lvl="5" marL="2743200" algn="l">
              <a:lnSpc>
                <a:spcPct val="100000"/>
              </a:lnSpc>
              <a:spcBef>
                <a:spcPts val="0"/>
              </a:spcBef>
              <a:spcAft>
                <a:spcPts val="0"/>
              </a:spcAft>
              <a:buSzPts val="900"/>
              <a:buChar char="■"/>
              <a:defRPr/>
            </a:lvl6pPr>
            <a:lvl7pPr indent="-285750" lvl="6" marL="3200400" algn="l">
              <a:lnSpc>
                <a:spcPct val="100000"/>
              </a:lnSpc>
              <a:spcBef>
                <a:spcPts val="0"/>
              </a:spcBef>
              <a:spcAft>
                <a:spcPts val="0"/>
              </a:spcAft>
              <a:buSzPts val="900"/>
              <a:buChar char="●"/>
              <a:defRPr/>
            </a:lvl7pPr>
            <a:lvl8pPr indent="-285750" lvl="7" marL="3657600" algn="l">
              <a:lnSpc>
                <a:spcPct val="100000"/>
              </a:lnSpc>
              <a:spcBef>
                <a:spcPts val="0"/>
              </a:spcBef>
              <a:spcAft>
                <a:spcPts val="0"/>
              </a:spcAft>
              <a:buSzPts val="900"/>
              <a:buChar char="○"/>
              <a:defRPr/>
            </a:lvl8pPr>
            <a:lvl9pPr indent="-285750" lvl="8" marL="4114800" algn="l">
              <a:lnSpc>
                <a:spcPct val="100000"/>
              </a:lnSpc>
              <a:spcBef>
                <a:spcPts val="0"/>
              </a:spcBef>
              <a:spcAft>
                <a:spcPts val="0"/>
              </a:spcAft>
              <a:buSzPts val="900"/>
              <a:buChar char="■"/>
              <a:defRPr/>
            </a:lvl9pPr>
          </a:lstStyle>
          <a:p/>
        </p:txBody>
      </p:sp>
      <p:sp>
        <p:nvSpPr>
          <p:cNvPr id="50" name="Google Shape;50;p7"/>
          <p:cNvSpPr txBox="1"/>
          <p:nvPr>
            <p:ph idx="2" type="body"/>
          </p:nvPr>
        </p:nvSpPr>
        <p:spPr>
          <a:xfrm>
            <a:off x="228600" y="2448075"/>
            <a:ext cx="1889400" cy="2021100"/>
          </a:xfrm>
          <a:prstGeom prst="rect">
            <a:avLst/>
          </a:prstGeom>
          <a:noFill/>
          <a:ln>
            <a:noFill/>
          </a:ln>
        </p:spPr>
        <p:txBody>
          <a:bodyPr anchorCtr="0" anchor="t" bIns="91425" lIns="91425" spcFirstLastPara="1" rIns="91425" wrap="square" tIns="91425">
            <a:noAutofit/>
          </a:bodyPr>
          <a:lstStyle>
            <a:lvl1pPr indent="-285750" lvl="0" marL="457200" algn="l">
              <a:lnSpc>
                <a:spcPct val="100000"/>
              </a:lnSpc>
              <a:spcBef>
                <a:spcPts val="0"/>
              </a:spcBef>
              <a:spcAft>
                <a:spcPts val="0"/>
              </a:spcAft>
              <a:buSzPts val="900"/>
              <a:buChar char="●"/>
              <a:defRPr/>
            </a:lvl1pPr>
            <a:lvl2pPr indent="-285750" lvl="1" marL="914400" algn="l">
              <a:lnSpc>
                <a:spcPct val="100000"/>
              </a:lnSpc>
              <a:spcBef>
                <a:spcPts val="0"/>
              </a:spcBef>
              <a:spcAft>
                <a:spcPts val="0"/>
              </a:spcAft>
              <a:buSzPts val="900"/>
              <a:buChar char="○"/>
              <a:defRPr/>
            </a:lvl2pPr>
            <a:lvl3pPr indent="-285750" lvl="2" marL="1371600" algn="l">
              <a:lnSpc>
                <a:spcPct val="100000"/>
              </a:lnSpc>
              <a:spcBef>
                <a:spcPts val="0"/>
              </a:spcBef>
              <a:spcAft>
                <a:spcPts val="0"/>
              </a:spcAft>
              <a:buSzPts val="900"/>
              <a:buChar char="■"/>
              <a:defRPr/>
            </a:lvl3pPr>
            <a:lvl4pPr indent="-285750" lvl="3" marL="1828800" algn="l">
              <a:lnSpc>
                <a:spcPct val="100000"/>
              </a:lnSpc>
              <a:spcBef>
                <a:spcPts val="0"/>
              </a:spcBef>
              <a:spcAft>
                <a:spcPts val="0"/>
              </a:spcAft>
              <a:buSzPts val="900"/>
              <a:buChar char="●"/>
              <a:defRPr/>
            </a:lvl4pPr>
            <a:lvl5pPr indent="-285750" lvl="4" marL="2286000" algn="l">
              <a:lnSpc>
                <a:spcPct val="100000"/>
              </a:lnSpc>
              <a:spcBef>
                <a:spcPts val="0"/>
              </a:spcBef>
              <a:spcAft>
                <a:spcPts val="0"/>
              </a:spcAft>
              <a:buSzPts val="900"/>
              <a:buChar char="○"/>
              <a:defRPr/>
            </a:lvl5pPr>
            <a:lvl6pPr indent="-285750" lvl="5" marL="2743200" algn="l">
              <a:lnSpc>
                <a:spcPct val="100000"/>
              </a:lnSpc>
              <a:spcBef>
                <a:spcPts val="0"/>
              </a:spcBef>
              <a:spcAft>
                <a:spcPts val="0"/>
              </a:spcAft>
              <a:buSzPts val="900"/>
              <a:buChar char="■"/>
              <a:defRPr/>
            </a:lvl6pPr>
            <a:lvl7pPr indent="-285750" lvl="6" marL="3200400" algn="l">
              <a:lnSpc>
                <a:spcPct val="100000"/>
              </a:lnSpc>
              <a:spcBef>
                <a:spcPts val="0"/>
              </a:spcBef>
              <a:spcAft>
                <a:spcPts val="0"/>
              </a:spcAft>
              <a:buSzPts val="900"/>
              <a:buChar char="●"/>
              <a:defRPr/>
            </a:lvl7pPr>
            <a:lvl8pPr indent="-285750" lvl="7" marL="3657600" algn="l">
              <a:lnSpc>
                <a:spcPct val="100000"/>
              </a:lnSpc>
              <a:spcBef>
                <a:spcPts val="0"/>
              </a:spcBef>
              <a:spcAft>
                <a:spcPts val="0"/>
              </a:spcAft>
              <a:buSzPts val="900"/>
              <a:buChar char="○"/>
              <a:defRPr/>
            </a:lvl8pPr>
            <a:lvl9pPr indent="-285750" lvl="8" marL="4114800" algn="l">
              <a:lnSpc>
                <a:spcPct val="100000"/>
              </a:lnSpc>
              <a:spcBef>
                <a:spcPts val="0"/>
              </a:spcBef>
              <a:spcAft>
                <a:spcPts val="0"/>
              </a:spcAft>
              <a:buSzPts val="900"/>
              <a:buChar char="■"/>
              <a:defRPr/>
            </a:lvl9pPr>
          </a:lstStyle>
          <a:p/>
        </p:txBody>
      </p:sp>
      <p:sp>
        <p:nvSpPr>
          <p:cNvPr id="51" name="Google Shape;51;p7"/>
          <p:cNvSpPr txBox="1"/>
          <p:nvPr>
            <p:ph idx="12" type="sldNum"/>
          </p:nvPr>
        </p:nvSpPr>
        <p:spPr>
          <a:xfrm>
            <a:off x="7426775" y="4679000"/>
            <a:ext cx="1502400" cy="3243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9pPr>
          </a:lstStyle>
          <a:p>
            <a:pPr indent="0" lvl="0" marL="0" rtl="0" algn="r">
              <a:spcBef>
                <a:spcPts val="0"/>
              </a:spcBef>
              <a:spcAft>
                <a:spcPts val="0"/>
              </a:spcAft>
              <a:buNone/>
            </a:pPr>
            <a:fld id="{00000000-1234-1234-1234-123412341234}" type="slidenum">
              <a:rPr lang="en"/>
              <a:t>‹#›</a:t>
            </a:fld>
            <a:endParaRPr/>
          </a:p>
        </p:txBody>
      </p:sp>
      <p:sp>
        <p:nvSpPr>
          <p:cNvPr id="52" name="Google Shape;52;p7"/>
          <p:cNvSpPr txBox="1"/>
          <p:nvPr>
            <p:ph type="title"/>
          </p:nvPr>
        </p:nvSpPr>
        <p:spPr>
          <a:xfrm>
            <a:off x="229450" y="332175"/>
            <a:ext cx="8686800" cy="8745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4500"/>
              <a:buNone/>
              <a:defRPr sz="4500"/>
            </a:lvl1pPr>
            <a:lvl2pPr lvl="1" algn="l">
              <a:lnSpc>
                <a:spcPct val="100000"/>
              </a:lnSpc>
              <a:spcBef>
                <a:spcPts val="0"/>
              </a:spcBef>
              <a:spcAft>
                <a:spcPts val="0"/>
              </a:spcAft>
              <a:buSzPts val="4500"/>
              <a:buNone/>
              <a:defRPr sz="4500"/>
            </a:lvl2pPr>
            <a:lvl3pPr lvl="2" algn="l">
              <a:lnSpc>
                <a:spcPct val="100000"/>
              </a:lnSpc>
              <a:spcBef>
                <a:spcPts val="0"/>
              </a:spcBef>
              <a:spcAft>
                <a:spcPts val="0"/>
              </a:spcAft>
              <a:buSzPts val="4500"/>
              <a:buNone/>
              <a:defRPr sz="4500"/>
            </a:lvl3pPr>
            <a:lvl4pPr lvl="3" algn="l">
              <a:lnSpc>
                <a:spcPct val="100000"/>
              </a:lnSpc>
              <a:spcBef>
                <a:spcPts val="0"/>
              </a:spcBef>
              <a:spcAft>
                <a:spcPts val="0"/>
              </a:spcAft>
              <a:buSzPts val="4500"/>
              <a:buNone/>
              <a:defRPr sz="4500"/>
            </a:lvl4pPr>
            <a:lvl5pPr lvl="4" algn="l">
              <a:lnSpc>
                <a:spcPct val="100000"/>
              </a:lnSpc>
              <a:spcBef>
                <a:spcPts val="0"/>
              </a:spcBef>
              <a:spcAft>
                <a:spcPts val="0"/>
              </a:spcAft>
              <a:buSzPts val="4500"/>
              <a:buNone/>
              <a:defRPr sz="4500"/>
            </a:lvl5pPr>
            <a:lvl6pPr lvl="5" algn="l">
              <a:lnSpc>
                <a:spcPct val="100000"/>
              </a:lnSpc>
              <a:spcBef>
                <a:spcPts val="0"/>
              </a:spcBef>
              <a:spcAft>
                <a:spcPts val="0"/>
              </a:spcAft>
              <a:buSzPts val="4500"/>
              <a:buNone/>
              <a:defRPr sz="4500"/>
            </a:lvl6pPr>
            <a:lvl7pPr lvl="6" algn="l">
              <a:lnSpc>
                <a:spcPct val="100000"/>
              </a:lnSpc>
              <a:spcBef>
                <a:spcPts val="0"/>
              </a:spcBef>
              <a:spcAft>
                <a:spcPts val="0"/>
              </a:spcAft>
              <a:buSzPts val="4500"/>
              <a:buNone/>
              <a:defRPr sz="4500"/>
            </a:lvl7pPr>
            <a:lvl8pPr lvl="7" algn="l">
              <a:lnSpc>
                <a:spcPct val="100000"/>
              </a:lnSpc>
              <a:spcBef>
                <a:spcPts val="0"/>
              </a:spcBef>
              <a:spcAft>
                <a:spcPts val="0"/>
              </a:spcAft>
              <a:buSzPts val="4500"/>
              <a:buNone/>
              <a:defRPr sz="4500"/>
            </a:lvl8pPr>
            <a:lvl9pPr lvl="8" algn="l">
              <a:lnSpc>
                <a:spcPct val="100000"/>
              </a:lnSpc>
              <a:spcBef>
                <a:spcPts val="0"/>
              </a:spcBef>
              <a:spcAft>
                <a:spcPts val="0"/>
              </a:spcAft>
              <a:buSzPts val="4500"/>
              <a:buNone/>
              <a:defRPr sz="4500"/>
            </a:lvl9pPr>
          </a:lstStyle>
          <a:p/>
        </p:txBody>
      </p:sp>
      <p:sp>
        <p:nvSpPr>
          <p:cNvPr id="53" name="Google Shape;53;p7"/>
          <p:cNvSpPr txBox="1"/>
          <p:nvPr>
            <p:ph idx="3" type="body"/>
          </p:nvPr>
        </p:nvSpPr>
        <p:spPr>
          <a:xfrm>
            <a:off x="4572000" y="2448075"/>
            <a:ext cx="1889400" cy="2021100"/>
          </a:xfrm>
          <a:prstGeom prst="rect">
            <a:avLst/>
          </a:prstGeom>
          <a:noFill/>
          <a:ln>
            <a:noFill/>
          </a:ln>
        </p:spPr>
        <p:txBody>
          <a:bodyPr anchorCtr="0" anchor="t" bIns="91425" lIns="91425" spcFirstLastPara="1" rIns="91425" wrap="square" tIns="91425">
            <a:noAutofit/>
          </a:bodyPr>
          <a:lstStyle>
            <a:lvl1pPr indent="-285750" lvl="0" marL="457200" algn="l">
              <a:lnSpc>
                <a:spcPct val="100000"/>
              </a:lnSpc>
              <a:spcBef>
                <a:spcPts val="0"/>
              </a:spcBef>
              <a:spcAft>
                <a:spcPts val="0"/>
              </a:spcAft>
              <a:buSzPts val="900"/>
              <a:buChar char="●"/>
              <a:defRPr/>
            </a:lvl1pPr>
            <a:lvl2pPr indent="-285750" lvl="1" marL="914400" algn="l">
              <a:lnSpc>
                <a:spcPct val="100000"/>
              </a:lnSpc>
              <a:spcBef>
                <a:spcPts val="0"/>
              </a:spcBef>
              <a:spcAft>
                <a:spcPts val="0"/>
              </a:spcAft>
              <a:buSzPts val="900"/>
              <a:buChar char="○"/>
              <a:defRPr/>
            </a:lvl2pPr>
            <a:lvl3pPr indent="-285750" lvl="2" marL="1371600" algn="l">
              <a:lnSpc>
                <a:spcPct val="100000"/>
              </a:lnSpc>
              <a:spcBef>
                <a:spcPts val="0"/>
              </a:spcBef>
              <a:spcAft>
                <a:spcPts val="0"/>
              </a:spcAft>
              <a:buSzPts val="900"/>
              <a:buChar char="■"/>
              <a:defRPr/>
            </a:lvl3pPr>
            <a:lvl4pPr indent="-285750" lvl="3" marL="1828800" algn="l">
              <a:lnSpc>
                <a:spcPct val="100000"/>
              </a:lnSpc>
              <a:spcBef>
                <a:spcPts val="0"/>
              </a:spcBef>
              <a:spcAft>
                <a:spcPts val="0"/>
              </a:spcAft>
              <a:buSzPts val="900"/>
              <a:buChar char="●"/>
              <a:defRPr/>
            </a:lvl4pPr>
            <a:lvl5pPr indent="-285750" lvl="4" marL="2286000" algn="l">
              <a:lnSpc>
                <a:spcPct val="100000"/>
              </a:lnSpc>
              <a:spcBef>
                <a:spcPts val="0"/>
              </a:spcBef>
              <a:spcAft>
                <a:spcPts val="0"/>
              </a:spcAft>
              <a:buSzPts val="900"/>
              <a:buChar char="○"/>
              <a:defRPr/>
            </a:lvl5pPr>
            <a:lvl6pPr indent="-285750" lvl="5" marL="2743200" algn="l">
              <a:lnSpc>
                <a:spcPct val="100000"/>
              </a:lnSpc>
              <a:spcBef>
                <a:spcPts val="0"/>
              </a:spcBef>
              <a:spcAft>
                <a:spcPts val="0"/>
              </a:spcAft>
              <a:buSzPts val="900"/>
              <a:buChar char="■"/>
              <a:defRPr/>
            </a:lvl6pPr>
            <a:lvl7pPr indent="-285750" lvl="6" marL="3200400" algn="l">
              <a:lnSpc>
                <a:spcPct val="100000"/>
              </a:lnSpc>
              <a:spcBef>
                <a:spcPts val="0"/>
              </a:spcBef>
              <a:spcAft>
                <a:spcPts val="0"/>
              </a:spcAft>
              <a:buSzPts val="900"/>
              <a:buChar char="●"/>
              <a:defRPr/>
            </a:lvl7pPr>
            <a:lvl8pPr indent="-285750" lvl="7" marL="3657600" algn="l">
              <a:lnSpc>
                <a:spcPct val="100000"/>
              </a:lnSpc>
              <a:spcBef>
                <a:spcPts val="0"/>
              </a:spcBef>
              <a:spcAft>
                <a:spcPts val="0"/>
              </a:spcAft>
              <a:buSzPts val="900"/>
              <a:buChar char="○"/>
              <a:defRPr/>
            </a:lvl8pPr>
            <a:lvl9pPr indent="-285750" lvl="8" marL="4114800" algn="l">
              <a:lnSpc>
                <a:spcPct val="100000"/>
              </a:lnSpc>
              <a:spcBef>
                <a:spcPts val="0"/>
              </a:spcBef>
              <a:spcAft>
                <a:spcPts val="0"/>
              </a:spcAft>
              <a:buSzPts val="900"/>
              <a:buChar char="■"/>
              <a:defRPr/>
            </a:lvl9pPr>
          </a:lstStyle>
          <a:p/>
        </p:txBody>
      </p:sp>
      <p:sp>
        <p:nvSpPr>
          <p:cNvPr id="54" name="Google Shape;54;p7"/>
          <p:cNvSpPr txBox="1"/>
          <p:nvPr>
            <p:ph idx="4" type="body"/>
          </p:nvPr>
        </p:nvSpPr>
        <p:spPr>
          <a:xfrm>
            <a:off x="6743700" y="2448075"/>
            <a:ext cx="1889400" cy="2021100"/>
          </a:xfrm>
          <a:prstGeom prst="rect">
            <a:avLst/>
          </a:prstGeom>
          <a:noFill/>
          <a:ln>
            <a:noFill/>
          </a:ln>
        </p:spPr>
        <p:txBody>
          <a:bodyPr anchorCtr="0" anchor="t" bIns="91425" lIns="91425" spcFirstLastPara="1" rIns="91425" wrap="square" tIns="91425">
            <a:noAutofit/>
          </a:bodyPr>
          <a:lstStyle>
            <a:lvl1pPr indent="-285750" lvl="0" marL="457200" algn="l">
              <a:lnSpc>
                <a:spcPct val="100000"/>
              </a:lnSpc>
              <a:spcBef>
                <a:spcPts val="0"/>
              </a:spcBef>
              <a:spcAft>
                <a:spcPts val="0"/>
              </a:spcAft>
              <a:buSzPts val="900"/>
              <a:buChar char="●"/>
              <a:defRPr/>
            </a:lvl1pPr>
            <a:lvl2pPr indent="-285750" lvl="1" marL="914400" algn="l">
              <a:lnSpc>
                <a:spcPct val="100000"/>
              </a:lnSpc>
              <a:spcBef>
                <a:spcPts val="0"/>
              </a:spcBef>
              <a:spcAft>
                <a:spcPts val="0"/>
              </a:spcAft>
              <a:buSzPts val="900"/>
              <a:buChar char="○"/>
              <a:defRPr/>
            </a:lvl2pPr>
            <a:lvl3pPr indent="-285750" lvl="2" marL="1371600" algn="l">
              <a:lnSpc>
                <a:spcPct val="100000"/>
              </a:lnSpc>
              <a:spcBef>
                <a:spcPts val="0"/>
              </a:spcBef>
              <a:spcAft>
                <a:spcPts val="0"/>
              </a:spcAft>
              <a:buSzPts val="900"/>
              <a:buChar char="■"/>
              <a:defRPr/>
            </a:lvl3pPr>
            <a:lvl4pPr indent="-285750" lvl="3" marL="1828800" algn="l">
              <a:lnSpc>
                <a:spcPct val="100000"/>
              </a:lnSpc>
              <a:spcBef>
                <a:spcPts val="0"/>
              </a:spcBef>
              <a:spcAft>
                <a:spcPts val="0"/>
              </a:spcAft>
              <a:buSzPts val="900"/>
              <a:buChar char="●"/>
              <a:defRPr/>
            </a:lvl4pPr>
            <a:lvl5pPr indent="-285750" lvl="4" marL="2286000" algn="l">
              <a:lnSpc>
                <a:spcPct val="100000"/>
              </a:lnSpc>
              <a:spcBef>
                <a:spcPts val="0"/>
              </a:spcBef>
              <a:spcAft>
                <a:spcPts val="0"/>
              </a:spcAft>
              <a:buSzPts val="900"/>
              <a:buChar char="○"/>
              <a:defRPr/>
            </a:lvl5pPr>
            <a:lvl6pPr indent="-285750" lvl="5" marL="2743200" algn="l">
              <a:lnSpc>
                <a:spcPct val="100000"/>
              </a:lnSpc>
              <a:spcBef>
                <a:spcPts val="0"/>
              </a:spcBef>
              <a:spcAft>
                <a:spcPts val="0"/>
              </a:spcAft>
              <a:buSzPts val="900"/>
              <a:buChar char="■"/>
              <a:defRPr/>
            </a:lvl6pPr>
            <a:lvl7pPr indent="-285750" lvl="6" marL="3200400" algn="l">
              <a:lnSpc>
                <a:spcPct val="100000"/>
              </a:lnSpc>
              <a:spcBef>
                <a:spcPts val="0"/>
              </a:spcBef>
              <a:spcAft>
                <a:spcPts val="0"/>
              </a:spcAft>
              <a:buSzPts val="900"/>
              <a:buChar char="●"/>
              <a:defRPr/>
            </a:lvl7pPr>
            <a:lvl8pPr indent="-285750" lvl="7" marL="3657600" algn="l">
              <a:lnSpc>
                <a:spcPct val="100000"/>
              </a:lnSpc>
              <a:spcBef>
                <a:spcPts val="0"/>
              </a:spcBef>
              <a:spcAft>
                <a:spcPts val="0"/>
              </a:spcAft>
              <a:buSzPts val="900"/>
              <a:buChar char="○"/>
              <a:defRPr/>
            </a:lvl8pPr>
            <a:lvl9pPr indent="-285750" lvl="8" marL="4114800" algn="l">
              <a:lnSpc>
                <a:spcPct val="100000"/>
              </a:lnSpc>
              <a:spcBef>
                <a:spcPts val="0"/>
              </a:spcBef>
              <a:spcAft>
                <a:spcPts val="0"/>
              </a:spcAft>
              <a:buSzPts val="900"/>
              <a:buChar char="■"/>
              <a:defRPr/>
            </a:lvl9pPr>
          </a:lstStyle>
          <a:p/>
        </p:txBody>
      </p:sp>
      <p:sp>
        <p:nvSpPr>
          <p:cNvPr id="55" name="Google Shape;55;p7"/>
          <p:cNvSpPr txBox="1"/>
          <p:nvPr>
            <p:ph idx="5" type="subTitle"/>
          </p:nvPr>
        </p:nvSpPr>
        <p:spPr>
          <a:xfrm>
            <a:off x="4572000" y="1585625"/>
            <a:ext cx="4061100" cy="6498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000"/>
              <a:buNone/>
              <a:defRPr/>
            </a:lvl1pPr>
            <a:lvl2pPr lvl="1" algn="l">
              <a:lnSpc>
                <a:spcPct val="100000"/>
              </a:lnSpc>
              <a:spcBef>
                <a:spcPts val="0"/>
              </a:spcBef>
              <a:spcAft>
                <a:spcPts val="0"/>
              </a:spcAft>
              <a:buSzPts val="2000"/>
              <a:buNone/>
              <a:defRPr/>
            </a:lvl2pPr>
            <a:lvl3pPr lvl="2" algn="l">
              <a:lnSpc>
                <a:spcPct val="100000"/>
              </a:lnSpc>
              <a:spcBef>
                <a:spcPts val="0"/>
              </a:spcBef>
              <a:spcAft>
                <a:spcPts val="0"/>
              </a:spcAft>
              <a:buSzPts val="2000"/>
              <a:buNone/>
              <a:defRPr/>
            </a:lvl3pPr>
            <a:lvl4pPr lvl="3" algn="l">
              <a:lnSpc>
                <a:spcPct val="100000"/>
              </a:lnSpc>
              <a:spcBef>
                <a:spcPts val="0"/>
              </a:spcBef>
              <a:spcAft>
                <a:spcPts val="0"/>
              </a:spcAft>
              <a:buSzPts val="2000"/>
              <a:buNone/>
              <a:defRPr/>
            </a:lvl4pPr>
            <a:lvl5pPr lvl="4" algn="l">
              <a:lnSpc>
                <a:spcPct val="100000"/>
              </a:lnSpc>
              <a:spcBef>
                <a:spcPts val="0"/>
              </a:spcBef>
              <a:spcAft>
                <a:spcPts val="0"/>
              </a:spcAft>
              <a:buSzPts val="2000"/>
              <a:buNone/>
              <a:defRPr/>
            </a:lvl5pPr>
            <a:lvl6pPr lvl="5" algn="l">
              <a:lnSpc>
                <a:spcPct val="100000"/>
              </a:lnSpc>
              <a:spcBef>
                <a:spcPts val="0"/>
              </a:spcBef>
              <a:spcAft>
                <a:spcPts val="0"/>
              </a:spcAft>
              <a:buSzPts val="2000"/>
              <a:buNone/>
              <a:defRPr/>
            </a:lvl6pPr>
            <a:lvl7pPr lvl="6" algn="l">
              <a:lnSpc>
                <a:spcPct val="100000"/>
              </a:lnSpc>
              <a:spcBef>
                <a:spcPts val="0"/>
              </a:spcBef>
              <a:spcAft>
                <a:spcPts val="0"/>
              </a:spcAft>
              <a:buSzPts val="2000"/>
              <a:buNone/>
              <a:defRPr/>
            </a:lvl7pPr>
            <a:lvl8pPr lvl="7" algn="l">
              <a:lnSpc>
                <a:spcPct val="100000"/>
              </a:lnSpc>
              <a:spcBef>
                <a:spcPts val="0"/>
              </a:spcBef>
              <a:spcAft>
                <a:spcPts val="0"/>
              </a:spcAft>
              <a:buSzPts val="2000"/>
              <a:buNone/>
              <a:defRPr/>
            </a:lvl8pPr>
            <a:lvl9pPr lvl="8" algn="l">
              <a:lnSpc>
                <a:spcPct val="100000"/>
              </a:lnSpc>
              <a:spcBef>
                <a:spcPts val="0"/>
              </a:spcBef>
              <a:spcAft>
                <a:spcPts val="0"/>
              </a:spcAft>
              <a:buSzPts val="2000"/>
              <a:buNone/>
              <a:defRPr/>
            </a:lvl9pPr>
          </a:lstStyle>
          <a:p/>
        </p:txBody>
      </p:sp>
      <p:sp>
        <p:nvSpPr>
          <p:cNvPr id="56" name="Google Shape;56;p7"/>
          <p:cNvSpPr txBox="1"/>
          <p:nvPr>
            <p:ph idx="6" type="subTitle"/>
          </p:nvPr>
        </p:nvSpPr>
        <p:spPr>
          <a:xfrm>
            <a:off x="228600" y="1585625"/>
            <a:ext cx="4061100" cy="6498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000"/>
              <a:buNone/>
              <a:defRPr/>
            </a:lvl1pPr>
            <a:lvl2pPr lvl="1" algn="l">
              <a:lnSpc>
                <a:spcPct val="100000"/>
              </a:lnSpc>
              <a:spcBef>
                <a:spcPts val="0"/>
              </a:spcBef>
              <a:spcAft>
                <a:spcPts val="0"/>
              </a:spcAft>
              <a:buSzPts val="2000"/>
              <a:buNone/>
              <a:defRPr/>
            </a:lvl2pPr>
            <a:lvl3pPr lvl="2" algn="l">
              <a:lnSpc>
                <a:spcPct val="100000"/>
              </a:lnSpc>
              <a:spcBef>
                <a:spcPts val="0"/>
              </a:spcBef>
              <a:spcAft>
                <a:spcPts val="0"/>
              </a:spcAft>
              <a:buSzPts val="2000"/>
              <a:buNone/>
              <a:defRPr/>
            </a:lvl3pPr>
            <a:lvl4pPr lvl="3" algn="l">
              <a:lnSpc>
                <a:spcPct val="100000"/>
              </a:lnSpc>
              <a:spcBef>
                <a:spcPts val="0"/>
              </a:spcBef>
              <a:spcAft>
                <a:spcPts val="0"/>
              </a:spcAft>
              <a:buSzPts val="2000"/>
              <a:buNone/>
              <a:defRPr/>
            </a:lvl4pPr>
            <a:lvl5pPr lvl="4" algn="l">
              <a:lnSpc>
                <a:spcPct val="100000"/>
              </a:lnSpc>
              <a:spcBef>
                <a:spcPts val="0"/>
              </a:spcBef>
              <a:spcAft>
                <a:spcPts val="0"/>
              </a:spcAft>
              <a:buSzPts val="2000"/>
              <a:buNone/>
              <a:defRPr/>
            </a:lvl5pPr>
            <a:lvl6pPr lvl="5" algn="l">
              <a:lnSpc>
                <a:spcPct val="100000"/>
              </a:lnSpc>
              <a:spcBef>
                <a:spcPts val="0"/>
              </a:spcBef>
              <a:spcAft>
                <a:spcPts val="0"/>
              </a:spcAft>
              <a:buSzPts val="2000"/>
              <a:buNone/>
              <a:defRPr/>
            </a:lvl6pPr>
            <a:lvl7pPr lvl="6" algn="l">
              <a:lnSpc>
                <a:spcPct val="100000"/>
              </a:lnSpc>
              <a:spcBef>
                <a:spcPts val="0"/>
              </a:spcBef>
              <a:spcAft>
                <a:spcPts val="0"/>
              </a:spcAft>
              <a:buSzPts val="2000"/>
              <a:buNone/>
              <a:defRPr/>
            </a:lvl7pPr>
            <a:lvl8pPr lvl="7" algn="l">
              <a:lnSpc>
                <a:spcPct val="100000"/>
              </a:lnSpc>
              <a:spcBef>
                <a:spcPts val="0"/>
              </a:spcBef>
              <a:spcAft>
                <a:spcPts val="0"/>
              </a:spcAft>
              <a:buSzPts val="2000"/>
              <a:buNone/>
              <a:defRPr/>
            </a:lvl8pPr>
            <a:lvl9pPr lvl="8" algn="l">
              <a:lnSpc>
                <a:spcPct val="100000"/>
              </a:lnSpc>
              <a:spcBef>
                <a:spcPts val="0"/>
              </a:spcBef>
              <a:spcAft>
                <a:spcPts val="0"/>
              </a:spcAft>
              <a:buSzPts val="2000"/>
              <a:buNone/>
              <a:defRPr/>
            </a:lvl9pPr>
          </a:lstStyle>
          <a:p/>
        </p:txBody>
      </p:sp>
      <p:sp>
        <p:nvSpPr>
          <p:cNvPr id="57" name="Google Shape;57;p7"/>
          <p:cNvSpPr txBox="1"/>
          <p:nvPr>
            <p:ph idx="7" type="body"/>
          </p:nvPr>
        </p:nvSpPr>
        <p:spPr>
          <a:xfrm>
            <a:off x="228600" y="4679000"/>
            <a:ext cx="4343400" cy="324300"/>
          </a:xfrm>
          <a:prstGeom prst="rect">
            <a:avLst/>
          </a:prstGeom>
          <a:noFill/>
          <a:ln>
            <a:noFill/>
          </a:ln>
        </p:spPr>
        <p:txBody>
          <a:bodyPr anchorCtr="0" anchor="t" bIns="91425" lIns="91425" spcFirstLastPara="1" rIns="91425" wrap="square" tIns="91425">
            <a:noAutofit/>
          </a:bodyPr>
          <a:lstStyle>
            <a:lvl1pPr indent="-285750" lvl="0" marL="457200" algn="l">
              <a:lnSpc>
                <a:spcPct val="100000"/>
              </a:lnSpc>
              <a:spcBef>
                <a:spcPts val="0"/>
              </a:spcBef>
              <a:spcAft>
                <a:spcPts val="0"/>
              </a:spcAft>
              <a:buSzPts val="900"/>
              <a:buChar char="●"/>
              <a:defRPr/>
            </a:lvl1pPr>
            <a:lvl2pPr indent="-285750" lvl="1" marL="914400" algn="l">
              <a:lnSpc>
                <a:spcPct val="100000"/>
              </a:lnSpc>
              <a:spcBef>
                <a:spcPts val="0"/>
              </a:spcBef>
              <a:spcAft>
                <a:spcPts val="0"/>
              </a:spcAft>
              <a:buSzPts val="900"/>
              <a:buChar char="○"/>
              <a:defRPr/>
            </a:lvl2pPr>
            <a:lvl3pPr indent="-285750" lvl="2" marL="1371600" algn="l">
              <a:lnSpc>
                <a:spcPct val="100000"/>
              </a:lnSpc>
              <a:spcBef>
                <a:spcPts val="0"/>
              </a:spcBef>
              <a:spcAft>
                <a:spcPts val="0"/>
              </a:spcAft>
              <a:buSzPts val="900"/>
              <a:buChar char="■"/>
              <a:defRPr/>
            </a:lvl3pPr>
            <a:lvl4pPr indent="-285750" lvl="3" marL="1828800" algn="l">
              <a:lnSpc>
                <a:spcPct val="100000"/>
              </a:lnSpc>
              <a:spcBef>
                <a:spcPts val="0"/>
              </a:spcBef>
              <a:spcAft>
                <a:spcPts val="0"/>
              </a:spcAft>
              <a:buSzPts val="900"/>
              <a:buChar char="●"/>
              <a:defRPr/>
            </a:lvl4pPr>
            <a:lvl5pPr indent="-285750" lvl="4" marL="2286000" algn="l">
              <a:lnSpc>
                <a:spcPct val="100000"/>
              </a:lnSpc>
              <a:spcBef>
                <a:spcPts val="0"/>
              </a:spcBef>
              <a:spcAft>
                <a:spcPts val="0"/>
              </a:spcAft>
              <a:buSzPts val="900"/>
              <a:buChar char="○"/>
              <a:defRPr/>
            </a:lvl5pPr>
            <a:lvl6pPr indent="-285750" lvl="5" marL="2743200" algn="l">
              <a:lnSpc>
                <a:spcPct val="100000"/>
              </a:lnSpc>
              <a:spcBef>
                <a:spcPts val="0"/>
              </a:spcBef>
              <a:spcAft>
                <a:spcPts val="0"/>
              </a:spcAft>
              <a:buSzPts val="900"/>
              <a:buChar char="■"/>
              <a:defRPr/>
            </a:lvl6pPr>
            <a:lvl7pPr indent="-285750" lvl="6" marL="3200400" algn="l">
              <a:lnSpc>
                <a:spcPct val="100000"/>
              </a:lnSpc>
              <a:spcBef>
                <a:spcPts val="0"/>
              </a:spcBef>
              <a:spcAft>
                <a:spcPts val="0"/>
              </a:spcAft>
              <a:buSzPts val="900"/>
              <a:buChar char="●"/>
              <a:defRPr/>
            </a:lvl7pPr>
            <a:lvl8pPr indent="-285750" lvl="7" marL="3657600" algn="l">
              <a:lnSpc>
                <a:spcPct val="100000"/>
              </a:lnSpc>
              <a:spcBef>
                <a:spcPts val="0"/>
              </a:spcBef>
              <a:spcAft>
                <a:spcPts val="0"/>
              </a:spcAft>
              <a:buSzPts val="900"/>
              <a:buChar char="○"/>
              <a:defRPr/>
            </a:lvl8pPr>
            <a:lvl9pPr indent="-285750" lvl="8" marL="4114800" algn="l">
              <a:lnSpc>
                <a:spcPct val="100000"/>
              </a:lnSpc>
              <a:spcBef>
                <a:spcPts val="0"/>
              </a:spcBef>
              <a:spcAft>
                <a:spcPts val="0"/>
              </a:spcAft>
              <a:buSzPts val="900"/>
              <a:buChar char="■"/>
              <a:defRPr/>
            </a:lvl9pPr>
          </a:lstStyle>
          <a:p/>
        </p:txBody>
      </p:sp>
      <p:cxnSp>
        <p:nvCxnSpPr>
          <p:cNvPr id="58" name="Google Shape;58;p7"/>
          <p:cNvCxnSpPr/>
          <p:nvPr/>
        </p:nvCxnSpPr>
        <p:spPr>
          <a:xfrm flipH="1" rot="10800000">
            <a:off x="225750" y="4678950"/>
            <a:ext cx="8692500" cy="5700"/>
          </a:xfrm>
          <a:prstGeom prst="straightConnector1">
            <a:avLst/>
          </a:prstGeom>
          <a:noFill/>
          <a:ln cap="flat" cmpd="sng" w="9525">
            <a:solidFill>
              <a:schemeClr val="dk1"/>
            </a:solidFill>
            <a:prstDash val="solid"/>
            <a:round/>
            <a:headEnd len="sm" w="sm" type="none"/>
            <a:tailEnd len="sm" w="sm" type="none"/>
          </a:ln>
        </p:spPr>
      </p:cxn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type="titleOnly">
  <p:cSld name="TITLE_ONLY">
    <p:spTree>
      <p:nvGrpSpPr>
        <p:cNvPr id="59" name="Shape 59"/>
        <p:cNvGrpSpPr/>
        <p:nvPr/>
      </p:nvGrpSpPr>
      <p:grpSpPr>
        <a:xfrm>
          <a:off x="0" y="0"/>
          <a:ext cx="0" cy="0"/>
          <a:chOff x="0" y="0"/>
          <a:chExt cx="0" cy="0"/>
        </a:xfrm>
      </p:grpSpPr>
      <p:sp>
        <p:nvSpPr>
          <p:cNvPr id="60" name="Google Shape;60;p8"/>
          <p:cNvSpPr txBox="1"/>
          <p:nvPr>
            <p:ph idx="12" type="sldNum"/>
          </p:nvPr>
        </p:nvSpPr>
        <p:spPr>
          <a:xfrm>
            <a:off x="7426775" y="4679000"/>
            <a:ext cx="1502400" cy="3243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9pPr>
          </a:lstStyle>
          <a:p>
            <a:pPr indent="0" lvl="0" marL="0" rtl="0" algn="r">
              <a:spcBef>
                <a:spcPts val="0"/>
              </a:spcBef>
              <a:spcAft>
                <a:spcPts val="0"/>
              </a:spcAft>
              <a:buNone/>
            </a:pPr>
            <a:fld id="{00000000-1234-1234-1234-123412341234}" type="slidenum">
              <a:rPr lang="en"/>
              <a:t>‹#›</a:t>
            </a:fld>
            <a:endParaRPr/>
          </a:p>
        </p:txBody>
      </p:sp>
      <p:sp>
        <p:nvSpPr>
          <p:cNvPr id="61" name="Google Shape;61;p8"/>
          <p:cNvSpPr txBox="1"/>
          <p:nvPr>
            <p:ph type="title"/>
          </p:nvPr>
        </p:nvSpPr>
        <p:spPr>
          <a:xfrm>
            <a:off x="229450" y="164350"/>
            <a:ext cx="8686800" cy="3383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6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62" name="Google Shape;62;p8"/>
          <p:cNvSpPr txBox="1"/>
          <p:nvPr>
            <p:ph idx="1" type="body"/>
          </p:nvPr>
        </p:nvSpPr>
        <p:spPr>
          <a:xfrm>
            <a:off x="228600" y="3868750"/>
            <a:ext cx="1889400" cy="641400"/>
          </a:xfrm>
          <a:prstGeom prst="rect">
            <a:avLst/>
          </a:prstGeom>
          <a:noFill/>
          <a:ln>
            <a:noFill/>
          </a:ln>
        </p:spPr>
        <p:txBody>
          <a:bodyPr anchorCtr="0" anchor="b" bIns="91425" lIns="91425" spcFirstLastPara="1" rIns="91425" wrap="square" tIns="91425">
            <a:noAutofit/>
          </a:bodyPr>
          <a:lstStyle>
            <a:lvl1pPr indent="-285750" lvl="0" marL="457200" algn="l">
              <a:lnSpc>
                <a:spcPct val="100000"/>
              </a:lnSpc>
              <a:spcBef>
                <a:spcPts val="0"/>
              </a:spcBef>
              <a:spcAft>
                <a:spcPts val="0"/>
              </a:spcAft>
              <a:buSzPts val="900"/>
              <a:buChar char="●"/>
              <a:defRPr/>
            </a:lvl1pPr>
            <a:lvl2pPr indent="-285750" lvl="1" marL="914400" algn="l">
              <a:lnSpc>
                <a:spcPct val="100000"/>
              </a:lnSpc>
              <a:spcBef>
                <a:spcPts val="0"/>
              </a:spcBef>
              <a:spcAft>
                <a:spcPts val="0"/>
              </a:spcAft>
              <a:buSzPts val="900"/>
              <a:buChar char="○"/>
              <a:defRPr/>
            </a:lvl2pPr>
            <a:lvl3pPr indent="-285750" lvl="2" marL="1371600" algn="l">
              <a:lnSpc>
                <a:spcPct val="100000"/>
              </a:lnSpc>
              <a:spcBef>
                <a:spcPts val="0"/>
              </a:spcBef>
              <a:spcAft>
                <a:spcPts val="0"/>
              </a:spcAft>
              <a:buSzPts val="900"/>
              <a:buChar char="■"/>
              <a:defRPr/>
            </a:lvl3pPr>
            <a:lvl4pPr indent="-285750" lvl="3" marL="1828800" algn="l">
              <a:lnSpc>
                <a:spcPct val="100000"/>
              </a:lnSpc>
              <a:spcBef>
                <a:spcPts val="0"/>
              </a:spcBef>
              <a:spcAft>
                <a:spcPts val="0"/>
              </a:spcAft>
              <a:buSzPts val="900"/>
              <a:buChar char="●"/>
              <a:defRPr/>
            </a:lvl4pPr>
            <a:lvl5pPr indent="-285750" lvl="4" marL="2286000" algn="l">
              <a:lnSpc>
                <a:spcPct val="100000"/>
              </a:lnSpc>
              <a:spcBef>
                <a:spcPts val="0"/>
              </a:spcBef>
              <a:spcAft>
                <a:spcPts val="0"/>
              </a:spcAft>
              <a:buSzPts val="900"/>
              <a:buChar char="○"/>
              <a:defRPr/>
            </a:lvl5pPr>
            <a:lvl6pPr indent="-285750" lvl="5" marL="2743200" algn="l">
              <a:lnSpc>
                <a:spcPct val="100000"/>
              </a:lnSpc>
              <a:spcBef>
                <a:spcPts val="0"/>
              </a:spcBef>
              <a:spcAft>
                <a:spcPts val="0"/>
              </a:spcAft>
              <a:buSzPts val="900"/>
              <a:buChar char="■"/>
              <a:defRPr/>
            </a:lvl6pPr>
            <a:lvl7pPr indent="-285750" lvl="6" marL="3200400" algn="l">
              <a:lnSpc>
                <a:spcPct val="100000"/>
              </a:lnSpc>
              <a:spcBef>
                <a:spcPts val="0"/>
              </a:spcBef>
              <a:spcAft>
                <a:spcPts val="0"/>
              </a:spcAft>
              <a:buSzPts val="900"/>
              <a:buChar char="●"/>
              <a:defRPr/>
            </a:lvl7pPr>
            <a:lvl8pPr indent="-285750" lvl="7" marL="3657600" algn="l">
              <a:lnSpc>
                <a:spcPct val="100000"/>
              </a:lnSpc>
              <a:spcBef>
                <a:spcPts val="0"/>
              </a:spcBef>
              <a:spcAft>
                <a:spcPts val="0"/>
              </a:spcAft>
              <a:buSzPts val="900"/>
              <a:buChar char="○"/>
              <a:defRPr/>
            </a:lvl8pPr>
            <a:lvl9pPr indent="-285750" lvl="8" marL="4114800" algn="l">
              <a:lnSpc>
                <a:spcPct val="100000"/>
              </a:lnSpc>
              <a:spcBef>
                <a:spcPts val="0"/>
              </a:spcBef>
              <a:spcAft>
                <a:spcPts val="0"/>
              </a:spcAft>
              <a:buSzPts val="900"/>
              <a:buChar char="■"/>
              <a:defRPr/>
            </a:lvl9pPr>
          </a:lstStyle>
          <a:p/>
        </p:txBody>
      </p:sp>
      <p:sp>
        <p:nvSpPr>
          <p:cNvPr id="63" name="Google Shape;63;p8"/>
          <p:cNvSpPr txBox="1"/>
          <p:nvPr>
            <p:ph idx="2" type="body"/>
          </p:nvPr>
        </p:nvSpPr>
        <p:spPr>
          <a:xfrm>
            <a:off x="2400300" y="3868750"/>
            <a:ext cx="1889400" cy="641400"/>
          </a:xfrm>
          <a:prstGeom prst="rect">
            <a:avLst/>
          </a:prstGeom>
          <a:noFill/>
          <a:ln>
            <a:noFill/>
          </a:ln>
        </p:spPr>
        <p:txBody>
          <a:bodyPr anchorCtr="0" anchor="b" bIns="91425" lIns="91425" spcFirstLastPara="1" rIns="91425" wrap="square" tIns="91425">
            <a:noAutofit/>
          </a:bodyPr>
          <a:lstStyle>
            <a:lvl1pPr indent="-285750" lvl="0" marL="457200" algn="l">
              <a:lnSpc>
                <a:spcPct val="100000"/>
              </a:lnSpc>
              <a:spcBef>
                <a:spcPts val="0"/>
              </a:spcBef>
              <a:spcAft>
                <a:spcPts val="0"/>
              </a:spcAft>
              <a:buSzPts val="900"/>
              <a:buChar char="●"/>
              <a:defRPr/>
            </a:lvl1pPr>
            <a:lvl2pPr indent="-285750" lvl="1" marL="914400" algn="l">
              <a:lnSpc>
                <a:spcPct val="100000"/>
              </a:lnSpc>
              <a:spcBef>
                <a:spcPts val="0"/>
              </a:spcBef>
              <a:spcAft>
                <a:spcPts val="0"/>
              </a:spcAft>
              <a:buSzPts val="900"/>
              <a:buChar char="○"/>
              <a:defRPr/>
            </a:lvl2pPr>
            <a:lvl3pPr indent="-285750" lvl="2" marL="1371600" algn="l">
              <a:lnSpc>
                <a:spcPct val="100000"/>
              </a:lnSpc>
              <a:spcBef>
                <a:spcPts val="0"/>
              </a:spcBef>
              <a:spcAft>
                <a:spcPts val="0"/>
              </a:spcAft>
              <a:buSzPts val="900"/>
              <a:buChar char="■"/>
              <a:defRPr/>
            </a:lvl3pPr>
            <a:lvl4pPr indent="-285750" lvl="3" marL="1828800" algn="l">
              <a:lnSpc>
                <a:spcPct val="100000"/>
              </a:lnSpc>
              <a:spcBef>
                <a:spcPts val="0"/>
              </a:spcBef>
              <a:spcAft>
                <a:spcPts val="0"/>
              </a:spcAft>
              <a:buSzPts val="900"/>
              <a:buChar char="●"/>
              <a:defRPr/>
            </a:lvl4pPr>
            <a:lvl5pPr indent="-285750" lvl="4" marL="2286000" algn="l">
              <a:lnSpc>
                <a:spcPct val="100000"/>
              </a:lnSpc>
              <a:spcBef>
                <a:spcPts val="0"/>
              </a:spcBef>
              <a:spcAft>
                <a:spcPts val="0"/>
              </a:spcAft>
              <a:buSzPts val="900"/>
              <a:buChar char="○"/>
              <a:defRPr/>
            </a:lvl5pPr>
            <a:lvl6pPr indent="-285750" lvl="5" marL="2743200" algn="l">
              <a:lnSpc>
                <a:spcPct val="100000"/>
              </a:lnSpc>
              <a:spcBef>
                <a:spcPts val="0"/>
              </a:spcBef>
              <a:spcAft>
                <a:spcPts val="0"/>
              </a:spcAft>
              <a:buSzPts val="900"/>
              <a:buChar char="■"/>
              <a:defRPr/>
            </a:lvl6pPr>
            <a:lvl7pPr indent="-285750" lvl="6" marL="3200400" algn="l">
              <a:lnSpc>
                <a:spcPct val="100000"/>
              </a:lnSpc>
              <a:spcBef>
                <a:spcPts val="0"/>
              </a:spcBef>
              <a:spcAft>
                <a:spcPts val="0"/>
              </a:spcAft>
              <a:buSzPts val="900"/>
              <a:buChar char="●"/>
              <a:defRPr/>
            </a:lvl7pPr>
            <a:lvl8pPr indent="-285750" lvl="7" marL="3657600" algn="l">
              <a:lnSpc>
                <a:spcPct val="100000"/>
              </a:lnSpc>
              <a:spcBef>
                <a:spcPts val="0"/>
              </a:spcBef>
              <a:spcAft>
                <a:spcPts val="0"/>
              </a:spcAft>
              <a:buSzPts val="900"/>
              <a:buChar char="○"/>
              <a:defRPr/>
            </a:lvl8pPr>
            <a:lvl9pPr indent="-285750" lvl="8" marL="4114800" algn="l">
              <a:lnSpc>
                <a:spcPct val="100000"/>
              </a:lnSpc>
              <a:spcBef>
                <a:spcPts val="0"/>
              </a:spcBef>
              <a:spcAft>
                <a:spcPts val="0"/>
              </a:spcAft>
              <a:buSzPts val="900"/>
              <a:buChar char="■"/>
              <a:defRPr/>
            </a:lvl9pPr>
          </a:lstStyle>
          <a:p/>
        </p:txBody>
      </p:sp>
      <p:sp>
        <p:nvSpPr>
          <p:cNvPr id="64" name="Google Shape;64;p8"/>
          <p:cNvSpPr txBox="1"/>
          <p:nvPr>
            <p:ph idx="3" type="body"/>
          </p:nvPr>
        </p:nvSpPr>
        <p:spPr>
          <a:xfrm>
            <a:off x="228600" y="4679000"/>
            <a:ext cx="4343400" cy="324300"/>
          </a:xfrm>
          <a:prstGeom prst="rect">
            <a:avLst/>
          </a:prstGeom>
          <a:noFill/>
          <a:ln>
            <a:noFill/>
          </a:ln>
        </p:spPr>
        <p:txBody>
          <a:bodyPr anchorCtr="0" anchor="t" bIns="91425" lIns="91425" spcFirstLastPara="1" rIns="91425" wrap="square" tIns="91425">
            <a:noAutofit/>
          </a:bodyPr>
          <a:lstStyle>
            <a:lvl1pPr indent="-285750" lvl="0" marL="457200" algn="l">
              <a:lnSpc>
                <a:spcPct val="100000"/>
              </a:lnSpc>
              <a:spcBef>
                <a:spcPts val="0"/>
              </a:spcBef>
              <a:spcAft>
                <a:spcPts val="0"/>
              </a:spcAft>
              <a:buSzPts val="900"/>
              <a:buChar char="●"/>
              <a:defRPr/>
            </a:lvl1pPr>
            <a:lvl2pPr indent="-285750" lvl="1" marL="914400" algn="l">
              <a:lnSpc>
                <a:spcPct val="100000"/>
              </a:lnSpc>
              <a:spcBef>
                <a:spcPts val="0"/>
              </a:spcBef>
              <a:spcAft>
                <a:spcPts val="0"/>
              </a:spcAft>
              <a:buSzPts val="900"/>
              <a:buChar char="○"/>
              <a:defRPr/>
            </a:lvl2pPr>
            <a:lvl3pPr indent="-285750" lvl="2" marL="1371600" algn="l">
              <a:lnSpc>
                <a:spcPct val="100000"/>
              </a:lnSpc>
              <a:spcBef>
                <a:spcPts val="0"/>
              </a:spcBef>
              <a:spcAft>
                <a:spcPts val="0"/>
              </a:spcAft>
              <a:buSzPts val="900"/>
              <a:buChar char="■"/>
              <a:defRPr/>
            </a:lvl3pPr>
            <a:lvl4pPr indent="-285750" lvl="3" marL="1828800" algn="l">
              <a:lnSpc>
                <a:spcPct val="100000"/>
              </a:lnSpc>
              <a:spcBef>
                <a:spcPts val="0"/>
              </a:spcBef>
              <a:spcAft>
                <a:spcPts val="0"/>
              </a:spcAft>
              <a:buSzPts val="900"/>
              <a:buChar char="●"/>
              <a:defRPr/>
            </a:lvl4pPr>
            <a:lvl5pPr indent="-285750" lvl="4" marL="2286000" algn="l">
              <a:lnSpc>
                <a:spcPct val="100000"/>
              </a:lnSpc>
              <a:spcBef>
                <a:spcPts val="0"/>
              </a:spcBef>
              <a:spcAft>
                <a:spcPts val="0"/>
              </a:spcAft>
              <a:buSzPts val="900"/>
              <a:buChar char="○"/>
              <a:defRPr/>
            </a:lvl5pPr>
            <a:lvl6pPr indent="-285750" lvl="5" marL="2743200" algn="l">
              <a:lnSpc>
                <a:spcPct val="100000"/>
              </a:lnSpc>
              <a:spcBef>
                <a:spcPts val="0"/>
              </a:spcBef>
              <a:spcAft>
                <a:spcPts val="0"/>
              </a:spcAft>
              <a:buSzPts val="900"/>
              <a:buChar char="■"/>
              <a:defRPr/>
            </a:lvl6pPr>
            <a:lvl7pPr indent="-285750" lvl="6" marL="3200400" algn="l">
              <a:lnSpc>
                <a:spcPct val="100000"/>
              </a:lnSpc>
              <a:spcBef>
                <a:spcPts val="0"/>
              </a:spcBef>
              <a:spcAft>
                <a:spcPts val="0"/>
              </a:spcAft>
              <a:buSzPts val="900"/>
              <a:buChar char="●"/>
              <a:defRPr/>
            </a:lvl7pPr>
            <a:lvl8pPr indent="-285750" lvl="7" marL="3657600" algn="l">
              <a:lnSpc>
                <a:spcPct val="100000"/>
              </a:lnSpc>
              <a:spcBef>
                <a:spcPts val="0"/>
              </a:spcBef>
              <a:spcAft>
                <a:spcPts val="0"/>
              </a:spcAft>
              <a:buSzPts val="900"/>
              <a:buChar char="○"/>
              <a:defRPr/>
            </a:lvl8pPr>
            <a:lvl9pPr indent="-285750" lvl="8" marL="4114800" algn="l">
              <a:lnSpc>
                <a:spcPct val="100000"/>
              </a:lnSpc>
              <a:spcBef>
                <a:spcPts val="0"/>
              </a:spcBef>
              <a:spcAft>
                <a:spcPts val="0"/>
              </a:spcAft>
              <a:buSzPts val="900"/>
              <a:buChar char="■"/>
              <a:defRPr/>
            </a:lvl9pPr>
          </a:lstStyle>
          <a:p/>
        </p:txBody>
      </p:sp>
      <p:sp>
        <p:nvSpPr>
          <p:cNvPr id="65" name="Google Shape;65;p8"/>
          <p:cNvSpPr txBox="1"/>
          <p:nvPr>
            <p:ph idx="4" type="body"/>
          </p:nvPr>
        </p:nvSpPr>
        <p:spPr>
          <a:xfrm>
            <a:off x="6743700" y="3868750"/>
            <a:ext cx="1889400" cy="641400"/>
          </a:xfrm>
          <a:prstGeom prst="rect">
            <a:avLst/>
          </a:prstGeom>
          <a:noFill/>
          <a:ln>
            <a:noFill/>
          </a:ln>
        </p:spPr>
        <p:txBody>
          <a:bodyPr anchorCtr="0" anchor="b" bIns="91425" lIns="91425" spcFirstLastPara="1" rIns="91425" wrap="square" tIns="91425">
            <a:noAutofit/>
          </a:bodyPr>
          <a:lstStyle>
            <a:lvl1pPr indent="-285750" lvl="0" marL="457200" algn="l">
              <a:lnSpc>
                <a:spcPct val="100000"/>
              </a:lnSpc>
              <a:spcBef>
                <a:spcPts val="0"/>
              </a:spcBef>
              <a:spcAft>
                <a:spcPts val="0"/>
              </a:spcAft>
              <a:buSzPts val="900"/>
              <a:buChar char="●"/>
              <a:defRPr/>
            </a:lvl1pPr>
            <a:lvl2pPr indent="-285750" lvl="1" marL="914400" algn="l">
              <a:lnSpc>
                <a:spcPct val="100000"/>
              </a:lnSpc>
              <a:spcBef>
                <a:spcPts val="0"/>
              </a:spcBef>
              <a:spcAft>
                <a:spcPts val="0"/>
              </a:spcAft>
              <a:buSzPts val="900"/>
              <a:buChar char="○"/>
              <a:defRPr/>
            </a:lvl2pPr>
            <a:lvl3pPr indent="-285750" lvl="2" marL="1371600" algn="l">
              <a:lnSpc>
                <a:spcPct val="100000"/>
              </a:lnSpc>
              <a:spcBef>
                <a:spcPts val="0"/>
              </a:spcBef>
              <a:spcAft>
                <a:spcPts val="0"/>
              </a:spcAft>
              <a:buSzPts val="900"/>
              <a:buChar char="■"/>
              <a:defRPr/>
            </a:lvl3pPr>
            <a:lvl4pPr indent="-285750" lvl="3" marL="1828800" algn="l">
              <a:lnSpc>
                <a:spcPct val="100000"/>
              </a:lnSpc>
              <a:spcBef>
                <a:spcPts val="0"/>
              </a:spcBef>
              <a:spcAft>
                <a:spcPts val="0"/>
              </a:spcAft>
              <a:buSzPts val="900"/>
              <a:buChar char="●"/>
              <a:defRPr/>
            </a:lvl4pPr>
            <a:lvl5pPr indent="-285750" lvl="4" marL="2286000" algn="l">
              <a:lnSpc>
                <a:spcPct val="100000"/>
              </a:lnSpc>
              <a:spcBef>
                <a:spcPts val="0"/>
              </a:spcBef>
              <a:spcAft>
                <a:spcPts val="0"/>
              </a:spcAft>
              <a:buSzPts val="900"/>
              <a:buChar char="○"/>
              <a:defRPr/>
            </a:lvl5pPr>
            <a:lvl6pPr indent="-285750" lvl="5" marL="2743200" algn="l">
              <a:lnSpc>
                <a:spcPct val="100000"/>
              </a:lnSpc>
              <a:spcBef>
                <a:spcPts val="0"/>
              </a:spcBef>
              <a:spcAft>
                <a:spcPts val="0"/>
              </a:spcAft>
              <a:buSzPts val="900"/>
              <a:buChar char="■"/>
              <a:defRPr/>
            </a:lvl6pPr>
            <a:lvl7pPr indent="-285750" lvl="6" marL="3200400" algn="l">
              <a:lnSpc>
                <a:spcPct val="100000"/>
              </a:lnSpc>
              <a:spcBef>
                <a:spcPts val="0"/>
              </a:spcBef>
              <a:spcAft>
                <a:spcPts val="0"/>
              </a:spcAft>
              <a:buSzPts val="900"/>
              <a:buChar char="●"/>
              <a:defRPr/>
            </a:lvl7pPr>
            <a:lvl8pPr indent="-285750" lvl="7" marL="3657600" algn="l">
              <a:lnSpc>
                <a:spcPct val="100000"/>
              </a:lnSpc>
              <a:spcBef>
                <a:spcPts val="0"/>
              </a:spcBef>
              <a:spcAft>
                <a:spcPts val="0"/>
              </a:spcAft>
              <a:buSzPts val="900"/>
              <a:buChar char="○"/>
              <a:defRPr/>
            </a:lvl8pPr>
            <a:lvl9pPr indent="-285750" lvl="8" marL="4114800" algn="l">
              <a:lnSpc>
                <a:spcPct val="100000"/>
              </a:lnSpc>
              <a:spcBef>
                <a:spcPts val="0"/>
              </a:spcBef>
              <a:spcAft>
                <a:spcPts val="0"/>
              </a:spcAft>
              <a:buSzPts val="900"/>
              <a:buChar char="■"/>
              <a:defRPr/>
            </a:lvl9pPr>
          </a:lstStyle>
          <a:p/>
        </p:txBody>
      </p:sp>
      <p:sp>
        <p:nvSpPr>
          <p:cNvPr id="66" name="Google Shape;66;p8"/>
          <p:cNvSpPr txBox="1"/>
          <p:nvPr>
            <p:ph idx="5" type="body"/>
          </p:nvPr>
        </p:nvSpPr>
        <p:spPr>
          <a:xfrm>
            <a:off x="4572000" y="3868750"/>
            <a:ext cx="1889400" cy="641400"/>
          </a:xfrm>
          <a:prstGeom prst="rect">
            <a:avLst/>
          </a:prstGeom>
          <a:noFill/>
          <a:ln>
            <a:noFill/>
          </a:ln>
        </p:spPr>
        <p:txBody>
          <a:bodyPr anchorCtr="0" anchor="b" bIns="91425" lIns="91425" spcFirstLastPara="1" rIns="91425" wrap="square" tIns="91425">
            <a:noAutofit/>
          </a:bodyPr>
          <a:lstStyle>
            <a:lvl1pPr indent="-285750" lvl="0" marL="457200" algn="l">
              <a:lnSpc>
                <a:spcPct val="100000"/>
              </a:lnSpc>
              <a:spcBef>
                <a:spcPts val="0"/>
              </a:spcBef>
              <a:spcAft>
                <a:spcPts val="0"/>
              </a:spcAft>
              <a:buSzPts val="900"/>
              <a:buChar char="●"/>
              <a:defRPr/>
            </a:lvl1pPr>
            <a:lvl2pPr indent="-285750" lvl="1" marL="914400" algn="l">
              <a:lnSpc>
                <a:spcPct val="100000"/>
              </a:lnSpc>
              <a:spcBef>
                <a:spcPts val="0"/>
              </a:spcBef>
              <a:spcAft>
                <a:spcPts val="0"/>
              </a:spcAft>
              <a:buSzPts val="900"/>
              <a:buChar char="○"/>
              <a:defRPr/>
            </a:lvl2pPr>
            <a:lvl3pPr indent="-285750" lvl="2" marL="1371600" algn="l">
              <a:lnSpc>
                <a:spcPct val="100000"/>
              </a:lnSpc>
              <a:spcBef>
                <a:spcPts val="0"/>
              </a:spcBef>
              <a:spcAft>
                <a:spcPts val="0"/>
              </a:spcAft>
              <a:buSzPts val="900"/>
              <a:buChar char="■"/>
              <a:defRPr/>
            </a:lvl3pPr>
            <a:lvl4pPr indent="-285750" lvl="3" marL="1828800" algn="l">
              <a:lnSpc>
                <a:spcPct val="100000"/>
              </a:lnSpc>
              <a:spcBef>
                <a:spcPts val="0"/>
              </a:spcBef>
              <a:spcAft>
                <a:spcPts val="0"/>
              </a:spcAft>
              <a:buSzPts val="900"/>
              <a:buChar char="●"/>
              <a:defRPr/>
            </a:lvl4pPr>
            <a:lvl5pPr indent="-285750" lvl="4" marL="2286000" algn="l">
              <a:lnSpc>
                <a:spcPct val="100000"/>
              </a:lnSpc>
              <a:spcBef>
                <a:spcPts val="0"/>
              </a:spcBef>
              <a:spcAft>
                <a:spcPts val="0"/>
              </a:spcAft>
              <a:buSzPts val="900"/>
              <a:buChar char="○"/>
              <a:defRPr/>
            </a:lvl5pPr>
            <a:lvl6pPr indent="-285750" lvl="5" marL="2743200" algn="l">
              <a:lnSpc>
                <a:spcPct val="100000"/>
              </a:lnSpc>
              <a:spcBef>
                <a:spcPts val="0"/>
              </a:spcBef>
              <a:spcAft>
                <a:spcPts val="0"/>
              </a:spcAft>
              <a:buSzPts val="900"/>
              <a:buChar char="■"/>
              <a:defRPr/>
            </a:lvl6pPr>
            <a:lvl7pPr indent="-285750" lvl="6" marL="3200400" algn="l">
              <a:lnSpc>
                <a:spcPct val="100000"/>
              </a:lnSpc>
              <a:spcBef>
                <a:spcPts val="0"/>
              </a:spcBef>
              <a:spcAft>
                <a:spcPts val="0"/>
              </a:spcAft>
              <a:buSzPts val="900"/>
              <a:buChar char="●"/>
              <a:defRPr/>
            </a:lvl7pPr>
            <a:lvl8pPr indent="-285750" lvl="7" marL="3657600" algn="l">
              <a:lnSpc>
                <a:spcPct val="100000"/>
              </a:lnSpc>
              <a:spcBef>
                <a:spcPts val="0"/>
              </a:spcBef>
              <a:spcAft>
                <a:spcPts val="0"/>
              </a:spcAft>
              <a:buSzPts val="900"/>
              <a:buChar char="○"/>
              <a:defRPr/>
            </a:lvl8pPr>
            <a:lvl9pPr indent="-285750" lvl="8" marL="4114800" algn="l">
              <a:lnSpc>
                <a:spcPct val="100000"/>
              </a:lnSpc>
              <a:spcBef>
                <a:spcPts val="0"/>
              </a:spcBef>
              <a:spcAft>
                <a:spcPts val="0"/>
              </a:spcAft>
              <a:buSzPts val="900"/>
              <a:buChar char="■"/>
              <a:defRPr/>
            </a:lvl9pPr>
          </a:lstStyle>
          <a:p/>
        </p:txBody>
      </p:sp>
      <p:cxnSp>
        <p:nvCxnSpPr>
          <p:cNvPr id="67" name="Google Shape;67;p8"/>
          <p:cNvCxnSpPr/>
          <p:nvPr/>
        </p:nvCxnSpPr>
        <p:spPr>
          <a:xfrm flipH="1" rot="10800000">
            <a:off x="225750" y="4678950"/>
            <a:ext cx="8692500" cy="5700"/>
          </a:xfrm>
          <a:prstGeom prst="straightConnector1">
            <a:avLst/>
          </a:prstGeom>
          <a:noFill/>
          <a:ln cap="flat" cmpd="sng" w="9525">
            <a:solidFill>
              <a:schemeClr val="dk1"/>
            </a:solidFill>
            <a:prstDash val="solid"/>
            <a:round/>
            <a:headEnd len="sm" w="sm" type="none"/>
            <a:tailEnd len="sm" w="sm" type="none"/>
          </a:ln>
        </p:spPr>
      </p:cxn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ate sheet" type="tx">
  <p:cSld name="TITLE_AND_BODY">
    <p:spTree>
      <p:nvGrpSpPr>
        <p:cNvPr id="68" name="Shape 68"/>
        <p:cNvGrpSpPr/>
        <p:nvPr/>
      </p:nvGrpSpPr>
      <p:grpSpPr>
        <a:xfrm>
          <a:off x="0" y="0"/>
          <a:ext cx="0" cy="0"/>
          <a:chOff x="0" y="0"/>
          <a:chExt cx="0" cy="0"/>
        </a:xfrm>
      </p:grpSpPr>
      <p:sp>
        <p:nvSpPr>
          <p:cNvPr id="69" name="Google Shape;69;p9"/>
          <p:cNvSpPr txBox="1"/>
          <p:nvPr>
            <p:ph idx="12" type="sldNum"/>
          </p:nvPr>
        </p:nvSpPr>
        <p:spPr>
          <a:xfrm>
            <a:off x="7426775" y="4679000"/>
            <a:ext cx="1502400" cy="3243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9pPr>
          </a:lstStyle>
          <a:p>
            <a:pPr indent="0" lvl="0" marL="0" rtl="0" algn="r">
              <a:spcBef>
                <a:spcPts val="0"/>
              </a:spcBef>
              <a:spcAft>
                <a:spcPts val="0"/>
              </a:spcAft>
              <a:buNone/>
            </a:pPr>
            <a:fld id="{00000000-1234-1234-1234-123412341234}" type="slidenum">
              <a:rPr lang="en"/>
              <a:t>‹#›</a:t>
            </a:fld>
            <a:endParaRPr/>
          </a:p>
        </p:txBody>
      </p:sp>
      <p:sp>
        <p:nvSpPr>
          <p:cNvPr id="70" name="Google Shape;70;p9"/>
          <p:cNvSpPr txBox="1"/>
          <p:nvPr>
            <p:ph type="title"/>
          </p:nvPr>
        </p:nvSpPr>
        <p:spPr>
          <a:xfrm>
            <a:off x="229450" y="164350"/>
            <a:ext cx="8686800" cy="4854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6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71" name="Google Shape;71;p9"/>
          <p:cNvSpPr txBox="1"/>
          <p:nvPr>
            <p:ph idx="1" type="body"/>
          </p:nvPr>
        </p:nvSpPr>
        <p:spPr>
          <a:xfrm>
            <a:off x="228600" y="4679000"/>
            <a:ext cx="4343400" cy="324300"/>
          </a:xfrm>
          <a:prstGeom prst="rect">
            <a:avLst/>
          </a:prstGeom>
          <a:noFill/>
          <a:ln>
            <a:noFill/>
          </a:ln>
        </p:spPr>
        <p:txBody>
          <a:bodyPr anchorCtr="0" anchor="t" bIns="91425" lIns="91425" spcFirstLastPara="1" rIns="91425" wrap="square" tIns="91425">
            <a:noAutofit/>
          </a:bodyPr>
          <a:lstStyle>
            <a:lvl1pPr indent="-285750" lvl="0" marL="457200" algn="l">
              <a:lnSpc>
                <a:spcPct val="100000"/>
              </a:lnSpc>
              <a:spcBef>
                <a:spcPts val="0"/>
              </a:spcBef>
              <a:spcAft>
                <a:spcPts val="0"/>
              </a:spcAft>
              <a:buSzPts val="900"/>
              <a:buChar char="●"/>
              <a:defRPr/>
            </a:lvl1pPr>
            <a:lvl2pPr indent="-285750" lvl="1" marL="914400" algn="l">
              <a:lnSpc>
                <a:spcPct val="100000"/>
              </a:lnSpc>
              <a:spcBef>
                <a:spcPts val="0"/>
              </a:spcBef>
              <a:spcAft>
                <a:spcPts val="0"/>
              </a:spcAft>
              <a:buSzPts val="900"/>
              <a:buChar char="○"/>
              <a:defRPr/>
            </a:lvl2pPr>
            <a:lvl3pPr indent="-285750" lvl="2" marL="1371600" algn="l">
              <a:lnSpc>
                <a:spcPct val="100000"/>
              </a:lnSpc>
              <a:spcBef>
                <a:spcPts val="0"/>
              </a:spcBef>
              <a:spcAft>
                <a:spcPts val="0"/>
              </a:spcAft>
              <a:buSzPts val="900"/>
              <a:buChar char="■"/>
              <a:defRPr/>
            </a:lvl3pPr>
            <a:lvl4pPr indent="-285750" lvl="3" marL="1828800" algn="l">
              <a:lnSpc>
                <a:spcPct val="100000"/>
              </a:lnSpc>
              <a:spcBef>
                <a:spcPts val="0"/>
              </a:spcBef>
              <a:spcAft>
                <a:spcPts val="0"/>
              </a:spcAft>
              <a:buSzPts val="900"/>
              <a:buChar char="●"/>
              <a:defRPr/>
            </a:lvl4pPr>
            <a:lvl5pPr indent="-285750" lvl="4" marL="2286000" algn="l">
              <a:lnSpc>
                <a:spcPct val="100000"/>
              </a:lnSpc>
              <a:spcBef>
                <a:spcPts val="0"/>
              </a:spcBef>
              <a:spcAft>
                <a:spcPts val="0"/>
              </a:spcAft>
              <a:buSzPts val="900"/>
              <a:buChar char="○"/>
              <a:defRPr/>
            </a:lvl5pPr>
            <a:lvl6pPr indent="-285750" lvl="5" marL="2743200" algn="l">
              <a:lnSpc>
                <a:spcPct val="100000"/>
              </a:lnSpc>
              <a:spcBef>
                <a:spcPts val="0"/>
              </a:spcBef>
              <a:spcAft>
                <a:spcPts val="0"/>
              </a:spcAft>
              <a:buSzPts val="900"/>
              <a:buChar char="■"/>
              <a:defRPr/>
            </a:lvl6pPr>
            <a:lvl7pPr indent="-285750" lvl="6" marL="3200400" algn="l">
              <a:lnSpc>
                <a:spcPct val="100000"/>
              </a:lnSpc>
              <a:spcBef>
                <a:spcPts val="0"/>
              </a:spcBef>
              <a:spcAft>
                <a:spcPts val="0"/>
              </a:spcAft>
              <a:buSzPts val="900"/>
              <a:buChar char="●"/>
              <a:defRPr/>
            </a:lvl7pPr>
            <a:lvl8pPr indent="-285750" lvl="7" marL="3657600" algn="l">
              <a:lnSpc>
                <a:spcPct val="100000"/>
              </a:lnSpc>
              <a:spcBef>
                <a:spcPts val="0"/>
              </a:spcBef>
              <a:spcAft>
                <a:spcPts val="0"/>
              </a:spcAft>
              <a:buSzPts val="900"/>
              <a:buChar char="○"/>
              <a:defRPr/>
            </a:lvl8pPr>
            <a:lvl9pPr indent="-285750" lvl="8" marL="4114800" algn="l">
              <a:lnSpc>
                <a:spcPct val="100000"/>
              </a:lnSpc>
              <a:spcBef>
                <a:spcPts val="0"/>
              </a:spcBef>
              <a:spcAft>
                <a:spcPts val="0"/>
              </a:spcAft>
              <a:buSzPts val="900"/>
              <a:buChar char="■"/>
              <a:defRPr/>
            </a:lvl9pPr>
          </a:lstStyle>
          <a:p/>
        </p:txBody>
      </p:sp>
      <p:sp>
        <p:nvSpPr>
          <p:cNvPr id="72" name="Google Shape;72;p9"/>
          <p:cNvSpPr txBox="1"/>
          <p:nvPr>
            <p:ph idx="2" type="subTitle"/>
          </p:nvPr>
        </p:nvSpPr>
        <p:spPr>
          <a:xfrm>
            <a:off x="228600" y="1213525"/>
            <a:ext cx="2728200" cy="3243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900"/>
              <a:buNone/>
              <a:defRPr b="1" sz="900"/>
            </a:lvl1pPr>
            <a:lvl2pPr lvl="1" algn="l">
              <a:lnSpc>
                <a:spcPct val="100000"/>
              </a:lnSpc>
              <a:spcBef>
                <a:spcPts val="0"/>
              </a:spcBef>
              <a:spcAft>
                <a:spcPts val="0"/>
              </a:spcAft>
              <a:buSzPts val="900"/>
              <a:buNone/>
              <a:defRPr b="1" sz="900"/>
            </a:lvl2pPr>
            <a:lvl3pPr lvl="2" algn="l">
              <a:lnSpc>
                <a:spcPct val="100000"/>
              </a:lnSpc>
              <a:spcBef>
                <a:spcPts val="0"/>
              </a:spcBef>
              <a:spcAft>
                <a:spcPts val="0"/>
              </a:spcAft>
              <a:buSzPts val="900"/>
              <a:buNone/>
              <a:defRPr b="1" sz="900"/>
            </a:lvl3pPr>
            <a:lvl4pPr lvl="3" algn="l">
              <a:lnSpc>
                <a:spcPct val="100000"/>
              </a:lnSpc>
              <a:spcBef>
                <a:spcPts val="0"/>
              </a:spcBef>
              <a:spcAft>
                <a:spcPts val="0"/>
              </a:spcAft>
              <a:buSzPts val="900"/>
              <a:buNone/>
              <a:defRPr b="1" sz="900"/>
            </a:lvl4pPr>
            <a:lvl5pPr lvl="4" algn="l">
              <a:lnSpc>
                <a:spcPct val="100000"/>
              </a:lnSpc>
              <a:spcBef>
                <a:spcPts val="0"/>
              </a:spcBef>
              <a:spcAft>
                <a:spcPts val="0"/>
              </a:spcAft>
              <a:buSzPts val="900"/>
              <a:buNone/>
              <a:defRPr b="1" sz="900"/>
            </a:lvl5pPr>
            <a:lvl6pPr lvl="5" algn="l">
              <a:lnSpc>
                <a:spcPct val="100000"/>
              </a:lnSpc>
              <a:spcBef>
                <a:spcPts val="0"/>
              </a:spcBef>
              <a:spcAft>
                <a:spcPts val="0"/>
              </a:spcAft>
              <a:buSzPts val="900"/>
              <a:buNone/>
              <a:defRPr b="1" sz="900"/>
            </a:lvl6pPr>
            <a:lvl7pPr lvl="6" algn="l">
              <a:lnSpc>
                <a:spcPct val="100000"/>
              </a:lnSpc>
              <a:spcBef>
                <a:spcPts val="0"/>
              </a:spcBef>
              <a:spcAft>
                <a:spcPts val="0"/>
              </a:spcAft>
              <a:buSzPts val="900"/>
              <a:buNone/>
              <a:defRPr b="1" sz="900"/>
            </a:lvl7pPr>
            <a:lvl8pPr lvl="7" algn="l">
              <a:lnSpc>
                <a:spcPct val="100000"/>
              </a:lnSpc>
              <a:spcBef>
                <a:spcPts val="0"/>
              </a:spcBef>
              <a:spcAft>
                <a:spcPts val="0"/>
              </a:spcAft>
              <a:buSzPts val="900"/>
              <a:buNone/>
              <a:defRPr b="1" sz="900"/>
            </a:lvl8pPr>
            <a:lvl9pPr lvl="8" algn="l">
              <a:lnSpc>
                <a:spcPct val="100000"/>
              </a:lnSpc>
              <a:spcBef>
                <a:spcPts val="0"/>
              </a:spcBef>
              <a:spcAft>
                <a:spcPts val="0"/>
              </a:spcAft>
              <a:buSzPts val="900"/>
              <a:buNone/>
              <a:defRPr b="1" sz="900"/>
            </a:lvl9pPr>
          </a:lstStyle>
          <a:p/>
        </p:txBody>
      </p:sp>
      <p:sp>
        <p:nvSpPr>
          <p:cNvPr id="73" name="Google Shape;73;p9"/>
          <p:cNvSpPr txBox="1"/>
          <p:nvPr>
            <p:ph idx="3" type="subTitle"/>
          </p:nvPr>
        </p:nvSpPr>
        <p:spPr>
          <a:xfrm>
            <a:off x="3207900" y="1213525"/>
            <a:ext cx="2728200" cy="3243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900"/>
              <a:buNone/>
              <a:defRPr b="1" sz="900"/>
            </a:lvl1pPr>
            <a:lvl2pPr lvl="1" algn="l">
              <a:lnSpc>
                <a:spcPct val="100000"/>
              </a:lnSpc>
              <a:spcBef>
                <a:spcPts val="0"/>
              </a:spcBef>
              <a:spcAft>
                <a:spcPts val="0"/>
              </a:spcAft>
              <a:buSzPts val="900"/>
              <a:buNone/>
              <a:defRPr b="1" sz="900"/>
            </a:lvl2pPr>
            <a:lvl3pPr lvl="2" algn="l">
              <a:lnSpc>
                <a:spcPct val="100000"/>
              </a:lnSpc>
              <a:spcBef>
                <a:spcPts val="0"/>
              </a:spcBef>
              <a:spcAft>
                <a:spcPts val="0"/>
              </a:spcAft>
              <a:buSzPts val="900"/>
              <a:buNone/>
              <a:defRPr b="1" sz="900"/>
            </a:lvl3pPr>
            <a:lvl4pPr lvl="3" algn="l">
              <a:lnSpc>
                <a:spcPct val="100000"/>
              </a:lnSpc>
              <a:spcBef>
                <a:spcPts val="0"/>
              </a:spcBef>
              <a:spcAft>
                <a:spcPts val="0"/>
              </a:spcAft>
              <a:buSzPts val="900"/>
              <a:buNone/>
              <a:defRPr b="1" sz="900"/>
            </a:lvl4pPr>
            <a:lvl5pPr lvl="4" algn="l">
              <a:lnSpc>
                <a:spcPct val="100000"/>
              </a:lnSpc>
              <a:spcBef>
                <a:spcPts val="0"/>
              </a:spcBef>
              <a:spcAft>
                <a:spcPts val="0"/>
              </a:spcAft>
              <a:buSzPts val="900"/>
              <a:buNone/>
              <a:defRPr b="1" sz="900"/>
            </a:lvl5pPr>
            <a:lvl6pPr lvl="5" algn="l">
              <a:lnSpc>
                <a:spcPct val="100000"/>
              </a:lnSpc>
              <a:spcBef>
                <a:spcPts val="0"/>
              </a:spcBef>
              <a:spcAft>
                <a:spcPts val="0"/>
              </a:spcAft>
              <a:buSzPts val="900"/>
              <a:buNone/>
              <a:defRPr b="1" sz="900"/>
            </a:lvl6pPr>
            <a:lvl7pPr lvl="6" algn="l">
              <a:lnSpc>
                <a:spcPct val="100000"/>
              </a:lnSpc>
              <a:spcBef>
                <a:spcPts val="0"/>
              </a:spcBef>
              <a:spcAft>
                <a:spcPts val="0"/>
              </a:spcAft>
              <a:buSzPts val="900"/>
              <a:buNone/>
              <a:defRPr b="1" sz="900"/>
            </a:lvl7pPr>
            <a:lvl8pPr lvl="7" algn="l">
              <a:lnSpc>
                <a:spcPct val="100000"/>
              </a:lnSpc>
              <a:spcBef>
                <a:spcPts val="0"/>
              </a:spcBef>
              <a:spcAft>
                <a:spcPts val="0"/>
              </a:spcAft>
              <a:buSzPts val="900"/>
              <a:buNone/>
              <a:defRPr b="1" sz="900"/>
            </a:lvl8pPr>
            <a:lvl9pPr lvl="8" algn="l">
              <a:lnSpc>
                <a:spcPct val="100000"/>
              </a:lnSpc>
              <a:spcBef>
                <a:spcPts val="0"/>
              </a:spcBef>
              <a:spcAft>
                <a:spcPts val="0"/>
              </a:spcAft>
              <a:buSzPts val="900"/>
              <a:buNone/>
              <a:defRPr b="1" sz="900"/>
            </a:lvl9pPr>
          </a:lstStyle>
          <a:p/>
        </p:txBody>
      </p:sp>
      <p:sp>
        <p:nvSpPr>
          <p:cNvPr id="74" name="Google Shape;74;p9"/>
          <p:cNvSpPr txBox="1"/>
          <p:nvPr>
            <p:ph idx="4" type="subTitle"/>
          </p:nvPr>
        </p:nvSpPr>
        <p:spPr>
          <a:xfrm>
            <a:off x="6187200" y="1213525"/>
            <a:ext cx="2728200" cy="3243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900"/>
              <a:buNone/>
              <a:defRPr b="1" sz="900"/>
            </a:lvl1pPr>
            <a:lvl2pPr lvl="1" algn="l">
              <a:lnSpc>
                <a:spcPct val="100000"/>
              </a:lnSpc>
              <a:spcBef>
                <a:spcPts val="0"/>
              </a:spcBef>
              <a:spcAft>
                <a:spcPts val="0"/>
              </a:spcAft>
              <a:buSzPts val="900"/>
              <a:buNone/>
              <a:defRPr b="1" sz="900"/>
            </a:lvl2pPr>
            <a:lvl3pPr lvl="2" algn="l">
              <a:lnSpc>
                <a:spcPct val="100000"/>
              </a:lnSpc>
              <a:spcBef>
                <a:spcPts val="0"/>
              </a:spcBef>
              <a:spcAft>
                <a:spcPts val="0"/>
              </a:spcAft>
              <a:buSzPts val="900"/>
              <a:buNone/>
              <a:defRPr b="1" sz="900"/>
            </a:lvl3pPr>
            <a:lvl4pPr lvl="3" algn="l">
              <a:lnSpc>
                <a:spcPct val="100000"/>
              </a:lnSpc>
              <a:spcBef>
                <a:spcPts val="0"/>
              </a:spcBef>
              <a:spcAft>
                <a:spcPts val="0"/>
              </a:spcAft>
              <a:buSzPts val="900"/>
              <a:buNone/>
              <a:defRPr b="1" sz="900"/>
            </a:lvl4pPr>
            <a:lvl5pPr lvl="4" algn="l">
              <a:lnSpc>
                <a:spcPct val="100000"/>
              </a:lnSpc>
              <a:spcBef>
                <a:spcPts val="0"/>
              </a:spcBef>
              <a:spcAft>
                <a:spcPts val="0"/>
              </a:spcAft>
              <a:buSzPts val="900"/>
              <a:buNone/>
              <a:defRPr b="1" sz="900"/>
            </a:lvl5pPr>
            <a:lvl6pPr lvl="5" algn="l">
              <a:lnSpc>
                <a:spcPct val="100000"/>
              </a:lnSpc>
              <a:spcBef>
                <a:spcPts val="0"/>
              </a:spcBef>
              <a:spcAft>
                <a:spcPts val="0"/>
              </a:spcAft>
              <a:buSzPts val="900"/>
              <a:buNone/>
              <a:defRPr b="1" sz="900"/>
            </a:lvl6pPr>
            <a:lvl7pPr lvl="6" algn="l">
              <a:lnSpc>
                <a:spcPct val="100000"/>
              </a:lnSpc>
              <a:spcBef>
                <a:spcPts val="0"/>
              </a:spcBef>
              <a:spcAft>
                <a:spcPts val="0"/>
              </a:spcAft>
              <a:buSzPts val="900"/>
              <a:buNone/>
              <a:defRPr b="1" sz="900"/>
            </a:lvl7pPr>
            <a:lvl8pPr lvl="7" algn="l">
              <a:lnSpc>
                <a:spcPct val="100000"/>
              </a:lnSpc>
              <a:spcBef>
                <a:spcPts val="0"/>
              </a:spcBef>
              <a:spcAft>
                <a:spcPts val="0"/>
              </a:spcAft>
              <a:buSzPts val="900"/>
              <a:buNone/>
              <a:defRPr b="1" sz="900"/>
            </a:lvl8pPr>
            <a:lvl9pPr lvl="8" algn="l">
              <a:lnSpc>
                <a:spcPct val="100000"/>
              </a:lnSpc>
              <a:spcBef>
                <a:spcPts val="0"/>
              </a:spcBef>
              <a:spcAft>
                <a:spcPts val="0"/>
              </a:spcAft>
              <a:buSzPts val="900"/>
              <a:buNone/>
              <a:defRPr b="1" sz="900"/>
            </a:lvl9pPr>
          </a:lstStyle>
          <a:p/>
        </p:txBody>
      </p:sp>
      <p:cxnSp>
        <p:nvCxnSpPr>
          <p:cNvPr id="75" name="Google Shape;75;p9"/>
          <p:cNvCxnSpPr/>
          <p:nvPr/>
        </p:nvCxnSpPr>
        <p:spPr>
          <a:xfrm flipH="1" rot="10800000">
            <a:off x="225750" y="4678950"/>
            <a:ext cx="8692500" cy="5700"/>
          </a:xfrm>
          <a:prstGeom prst="straightConnector1">
            <a:avLst/>
          </a:prstGeom>
          <a:noFill/>
          <a:ln cap="flat" cmpd="sng" w="9525">
            <a:solidFill>
              <a:schemeClr val="dk1"/>
            </a:solidFill>
            <a:prstDash val="solid"/>
            <a:round/>
            <a:headEnd len="sm" w="sm" type="none"/>
            <a:tailEnd len="sm" w="sm" type="none"/>
          </a:ln>
        </p:spPr>
      </p:cxn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image boards">
  <p:cSld name="CUSTOM_1">
    <p:spTree>
      <p:nvGrpSpPr>
        <p:cNvPr id="76" name="Shape 76"/>
        <p:cNvGrpSpPr/>
        <p:nvPr/>
      </p:nvGrpSpPr>
      <p:grpSpPr>
        <a:xfrm>
          <a:off x="0" y="0"/>
          <a:ext cx="0" cy="0"/>
          <a:chOff x="0" y="0"/>
          <a:chExt cx="0" cy="0"/>
        </a:xfrm>
      </p:grpSpPr>
      <p:sp>
        <p:nvSpPr>
          <p:cNvPr id="77" name="Google Shape;77;p10"/>
          <p:cNvSpPr txBox="1"/>
          <p:nvPr>
            <p:ph idx="12" type="sldNum"/>
          </p:nvPr>
        </p:nvSpPr>
        <p:spPr>
          <a:xfrm>
            <a:off x="7426775" y="4679000"/>
            <a:ext cx="1502400" cy="3243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9pPr>
          </a:lstStyle>
          <a:p>
            <a:pPr indent="0" lvl="0" marL="0" rtl="0" algn="r">
              <a:spcBef>
                <a:spcPts val="0"/>
              </a:spcBef>
              <a:spcAft>
                <a:spcPts val="0"/>
              </a:spcAft>
              <a:buNone/>
            </a:pPr>
            <a:fld id="{00000000-1234-1234-1234-123412341234}" type="slidenum">
              <a:rPr lang="en"/>
              <a:t>‹#›</a:t>
            </a:fld>
            <a:endParaRPr/>
          </a:p>
        </p:txBody>
      </p:sp>
      <p:sp>
        <p:nvSpPr>
          <p:cNvPr id="78" name="Google Shape;78;p10"/>
          <p:cNvSpPr txBox="1"/>
          <p:nvPr>
            <p:ph idx="1" type="subTitle"/>
          </p:nvPr>
        </p:nvSpPr>
        <p:spPr>
          <a:xfrm>
            <a:off x="228600" y="164350"/>
            <a:ext cx="3514200" cy="4293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000"/>
              <a:buNone/>
              <a:defRPr/>
            </a:lvl1pPr>
            <a:lvl2pPr lvl="1" algn="l">
              <a:lnSpc>
                <a:spcPct val="100000"/>
              </a:lnSpc>
              <a:spcBef>
                <a:spcPts val="0"/>
              </a:spcBef>
              <a:spcAft>
                <a:spcPts val="0"/>
              </a:spcAft>
              <a:buSzPts val="2000"/>
              <a:buNone/>
              <a:defRPr/>
            </a:lvl2pPr>
            <a:lvl3pPr lvl="2" algn="l">
              <a:lnSpc>
                <a:spcPct val="100000"/>
              </a:lnSpc>
              <a:spcBef>
                <a:spcPts val="0"/>
              </a:spcBef>
              <a:spcAft>
                <a:spcPts val="0"/>
              </a:spcAft>
              <a:buSzPts val="2000"/>
              <a:buNone/>
              <a:defRPr/>
            </a:lvl3pPr>
            <a:lvl4pPr lvl="3" algn="l">
              <a:lnSpc>
                <a:spcPct val="100000"/>
              </a:lnSpc>
              <a:spcBef>
                <a:spcPts val="0"/>
              </a:spcBef>
              <a:spcAft>
                <a:spcPts val="0"/>
              </a:spcAft>
              <a:buSzPts val="2000"/>
              <a:buNone/>
              <a:defRPr/>
            </a:lvl4pPr>
            <a:lvl5pPr lvl="4" algn="l">
              <a:lnSpc>
                <a:spcPct val="100000"/>
              </a:lnSpc>
              <a:spcBef>
                <a:spcPts val="0"/>
              </a:spcBef>
              <a:spcAft>
                <a:spcPts val="0"/>
              </a:spcAft>
              <a:buSzPts val="2000"/>
              <a:buNone/>
              <a:defRPr/>
            </a:lvl5pPr>
            <a:lvl6pPr lvl="5" algn="l">
              <a:lnSpc>
                <a:spcPct val="100000"/>
              </a:lnSpc>
              <a:spcBef>
                <a:spcPts val="0"/>
              </a:spcBef>
              <a:spcAft>
                <a:spcPts val="0"/>
              </a:spcAft>
              <a:buSzPts val="2000"/>
              <a:buNone/>
              <a:defRPr/>
            </a:lvl6pPr>
            <a:lvl7pPr lvl="6" algn="l">
              <a:lnSpc>
                <a:spcPct val="100000"/>
              </a:lnSpc>
              <a:spcBef>
                <a:spcPts val="0"/>
              </a:spcBef>
              <a:spcAft>
                <a:spcPts val="0"/>
              </a:spcAft>
              <a:buSzPts val="2000"/>
              <a:buNone/>
              <a:defRPr/>
            </a:lvl7pPr>
            <a:lvl8pPr lvl="7" algn="l">
              <a:lnSpc>
                <a:spcPct val="100000"/>
              </a:lnSpc>
              <a:spcBef>
                <a:spcPts val="0"/>
              </a:spcBef>
              <a:spcAft>
                <a:spcPts val="0"/>
              </a:spcAft>
              <a:buSzPts val="2000"/>
              <a:buNone/>
              <a:defRPr/>
            </a:lvl8pPr>
            <a:lvl9pPr lvl="8" algn="l">
              <a:lnSpc>
                <a:spcPct val="100000"/>
              </a:lnSpc>
              <a:spcBef>
                <a:spcPts val="0"/>
              </a:spcBef>
              <a:spcAft>
                <a:spcPts val="0"/>
              </a:spcAft>
              <a:buSzPts val="2000"/>
              <a:buNone/>
              <a:defRPr/>
            </a:lvl9pPr>
          </a:lstStyle>
          <a:p/>
        </p:txBody>
      </p:sp>
      <p:sp>
        <p:nvSpPr>
          <p:cNvPr id="79" name="Google Shape;79;p10"/>
          <p:cNvSpPr/>
          <p:nvPr>
            <p:ph idx="2" type="pic"/>
          </p:nvPr>
        </p:nvSpPr>
        <p:spPr>
          <a:xfrm>
            <a:off x="228600" y="1870200"/>
            <a:ext cx="2024400" cy="2314200"/>
          </a:xfrm>
          <a:prstGeom prst="rect">
            <a:avLst/>
          </a:prstGeom>
          <a:noFill/>
          <a:ln>
            <a:noFill/>
          </a:ln>
        </p:spPr>
      </p:sp>
      <p:sp>
        <p:nvSpPr>
          <p:cNvPr id="80" name="Google Shape;80;p10"/>
          <p:cNvSpPr/>
          <p:nvPr>
            <p:ph idx="3" type="pic"/>
          </p:nvPr>
        </p:nvSpPr>
        <p:spPr>
          <a:xfrm>
            <a:off x="3864875" y="1870200"/>
            <a:ext cx="3561900" cy="2314200"/>
          </a:xfrm>
          <a:prstGeom prst="rect">
            <a:avLst/>
          </a:prstGeom>
          <a:noFill/>
          <a:ln>
            <a:noFill/>
          </a:ln>
        </p:spPr>
      </p:sp>
      <p:sp>
        <p:nvSpPr>
          <p:cNvPr id="81" name="Google Shape;81;p10"/>
          <p:cNvSpPr/>
          <p:nvPr>
            <p:ph idx="4" type="pic"/>
          </p:nvPr>
        </p:nvSpPr>
        <p:spPr>
          <a:xfrm>
            <a:off x="7547700" y="1870200"/>
            <a:ext cx="1367700" cy="2314200"/>
          </a:xfrm>
          <a:prstGeom prst="rect">
            <a:avLst/>
          </a:prstGeom>
          <a:noFill/>
          <a:ln>
            <a:noFill/>
          </a:ln>
        </p:spPr>
      </p:sp>
      <p:sp>
        <p:nvSpPr>
          <p:cNvPr id="82" name="Google Shape;82;p10"/>
          <p:cNvSpPr/>
          <p:nvPr>
            <p:ph idx="5" type="pic"/>
          </p:nvPr>
        </p:nvSpPr>
        <p:spPr>
          <a:xfrm>
            <a:off x="2375088" y="1870200"/>
            <a:ext cx="1367700" cy="2314200"/>
          </a:xfrm>
          <a:prstGeom prst="rect">
            <a:avLst/>
          </a:prstGeom>
          <a:noFill/>
          <a:ln>
            <a:noFill/>
          </a:ln>
        </p:spPr>
      </p:sp>
      <p:sp>
        <p:nvSpPr>
          <p:cNvPr id="83" name="Google Shape;83;p10"/>
          <p:cNvSpPr txBox="1"/>
          <p:nvPr>
            <p:ph idx="6" type="body"/>
          </p:nvPr>
        </p:nvSpPr>
        <p:spPr>
          <a:xfrm>
            <a:off x="228600" y="4679000"/>
            <a:ext cx="4343400" cy="324300"/>
          </a:xfrm>
          <a:prstGeom prst="rect">
            <a:avLst/>
          </a:prstGeom>
          <a:noFill/>
          <a:ln>
            <a:noFill/>
          </a:ln>
        </p:spPr>
        <p:txBody>
          <a:bodyPr anchorCtr="0" anchor="t" bIns="91425" lIns="91425" spcFirstLastPara="1" rIns="91425" wrap="square" tIns="91425">
            <a:noAutofit/>
          </a:bodyPr>
          <a:lstStyle>
            <a:lvl1pPr indent="-285750" lvl="0" marL="457200" algn="l">
              <a:lnSpc>
                <a:spcPct val="100000"/>
              </a:lnSpc>
              <a:spcBef>
                <a:spcPts val="0"/>
              </a:spcBef>
              <a:spcAft>
                <a:spcPts val="0"/>
              </a:spcAft>
              <a:buSzPts val="900"/>
              <a:buChar char="●"/>
              <a:defRPr/>
            </a:lvl1pPr>
            <a:lvl2pPr indent="-285750" lvl="1" marL="914400" algn="l">
              <a:lnSpc>
                <a:spcPct val="100000"/>
              </a:lnSpc>
              <a:spcBef>
                <a:spcPts val="0"/>
              </a:spcBef>
              <a:spcAft>
                <a:spcPts val="0"/>
              </a:spcAft>
              <a:buSzPts val="900"/>
              <a:buChar char="○"/>
              <a:defRPr/>
            </a:lvl2pPr>
            <a:lvl3pPr indent="-285750" lvl="2" marL="1371600" algn="l">
              <a:lnSpc>
                <a:spcPct val="100000"/>
              </a:lnSpc>
              <a:spcBef>
                <a:spcPts val="0"/>
              </a:spcBef>
              <a:spcAft>
                <a:spcPts val="0"/>
              </a:spcAft>
              <a:buSzPts val="900"/>
              <a:buChar char="■"/>
              <a:defRPr/>
            </a:lvl3pPr>
            <a:lvl4pPr indent="-285750" lvl="3" marL="1828800" algn="l">
              <a:lnSpc>
                <a:spcPct val="100000"/>
              </a:lnSpc>
              <a:spcBef>
                <a:spcPts val="0"/>
              </a:spcBef>
              <a:spcAft>
                <a:spcPts val="0"/>
              </a:spcAft>
              <a:buSzPts val="900"/>
              <a:buChar char="●"/>
              <a:defRPr/>
            </a:lvl4pPr>
            <a:lvl5pPr indent="-285750" lvl="4" marL="2286000" algn="l">
              <a:lnSpc>
                <a:spcPct val="100000"/>
              </a:lnSpc>
              <a:spcBef>
                <a:spcPts val="0"/>
              </a:spcBef>
              <a:spcAft>
                <a:spcPts val="0"/>
              </a:spcAft>
              <a:buSzPts val="900"/>
              <a:buChar char="○"/>
              <a:defRPr/>
            </a:lvl5pPr>
            <a:lvl6pPr indent="-285750" lvl="5" marL="2743200" algn="l">
              <a:lnSpc>
                <a:spcPct val="100000"/>
              </a:lnSpc>
              <a:spcBef>
                <a:spcPts val="0"/>
              </a:spcBef>
              <a:spcAft>
                <a:spcPts val="0"/>
              </a:spcAft>
              <a:buSzPts val="900"/>
              <a:buChar char="■"/>
              <a:defRPr/>
            </a:lvl6pPr>
            <a:lvl7pPr indent="-285750" lvl="6" marL="3200400" algn="l">
              <a:lnSpc>
                <a:spcPct val="100000"/>
              </a:lnSpc>
              <a:spcBef>
                <a:spcPts val="0"/>
              </a:spcBef>
              <a:spcAft>
                <a:spcPts val="0"/>
              </a:spcAft>
              <a:buSzPts val="900"/>
              <a:buChar char="●"/>
              <a:defRPr/>
            </a:lvl7pPr>
            <a:lvl8pPr indent="-285750" lvl="7" marL="3657600" algn="l">
              <a:lnSpc>
                <a:spcPct val="100000"/>
              </a:lnSpc>
              <a:spcBef>
                <a:spcPts val="0"/>
              </a:spcBef>
              <a:spcAft>
                <a:spcPts val="0"/>
              </a:spcAft>
              <a:buSzPts val="900"/>
              <a:buChar char="○"/>
              <a:defRPr/>
            </a:lvl8pPr>
            <a:lvl9pPr indent="-285750" lvl="8" marL="4114800" algn="l">
              <a:lnSpc>
                <a:spcPct val="100000"/>
              </a:lnSpc>
              <a:spcBef>
                <a:spcPts val="0"/>
              </a:spcBef>
              <a:spcAft>
                <a:spcPts val="0"/>
              </a:spcAft>
              <a:buSzPts val="900"/>
              <a:buChar char="■"/>
              <a:defRPr/>
            </a:lvl9pPr>
          </a:lstStyle>
          <a:p/>
        </p:txBody>
      </p:sp>
      <p:sp>
        <p:nvSpPr>
          <p:cNvPr id="84" name="Google Shape;84;p10"/>
          <p:cNvSpPr txBox="1"/>
          <p:nvPr>
            <p:ph idx="7" type="body"/>
          </p:nvPr>
        </p:nvSpPr>
        <p:spPr>
          <a:xfrm>
            <a:off x="228600" y="593650"/>
            <a:ext cx="3514200" cy="892800"/>
          </a:xfrm>
          <a:prstGeom prst="rect">
            <a:avLst/>
          </a:prstGeom>
          <a:noFill/>
          <a:ln>
            <a:noFill/>
          </a:ln>
        </p:spPr>
        <p:txBody>
          <a:bodyPr anchorCtr="0" anchor="t" bIns="91425" lIns="91425" spcFirstLastPara="1" rIns="91425" wrap="square" tIns="91425">
            <a:noAutofit/>
          </a:bodyPr>
          <a:lstStyle>
            <a:lvl1pPr indent="-285750" lvl="0" marL="457200" algn="l">
              <a:lnSpc>
                <a:spcPct val="100000"/>
              </a:lnSpc>
              <a:spcBef>
                <a:spcPts val="0"/>
              </a:spcBef>
              <a:spcAft>
                <a:spcPts val="0"/>
              </a:spcAft>
              <a:buSzPts val="900"/>
              <a:buChar char="●"/>
              <a:defRPr/>
            </a:lvl1pPr>
            <a:lvl2pPr indent="-285750" lvl="1" marL="914400" algn="l">
              <a:lnSpc>
                <a:spcPct val="100000"/>
              </a:lnSpc>
              <a:spcBef>
                <a:spcPts val="0"/>
              </a:spcBef>
              <a:spcAft>
                <a:spcPts val="0"/>
              </a:spcAft>
              <a:buSzPts val="900"/>
              <a:buChar char="○"/>
              <a:defRPr/>
            </a:lvl2pPr>
            <a:lvl3pPr indent="-285750" lvl="2" marL="1371600" algn="l">
              <a:lnSpc>
                <a:spcPct val="100000"/>
              </a:lnSpc>
              <a:spcBef>
                <a:spcPts val="0"/>
              </a:spcBef>
              <a:spcAft>
                <a:spcPts val="0"/>
              </a:spcAft>
              <a:buSzPts val="900"/>
              <a:buChar char="■"/>
              <a:defRPr/>
            </a:lvl3pPr>
            <a:lvl4pPr indent="-285750" lvl="3" marL="1828800" algn="l">
              <a:lnSpc>
                <a:spcPct val="100000"/>
              </a:lnSpc>
              <a:spcBef>
                <a:spcPts val="0"/>
              </a:spcBef>
              <a:spcAft>
                <a:spcPts val="0"/>
              </a:spcAft>
              <a:buSzPts val="900"/>
              <a:buChar char="●"/>
              <a:defRPr/>
            </a:lvl4pPr>
            <a:lvl5pPr indent="-285750" lvl="4" marL="2286000" algn="l">
              <a:lnSpc>
                <a:spcPct val="100000"/>
              </a:lnSpc>
              <a:spcBef>
                <a:spcPts val="0"/>
              </a:spcBef>
              <a:spcAft>
                <a:spcPts val="0"/>
              </a:spcAft>
              <a:buSzPts val="900"/>
              <a:buChar char="○"/>
              <a:defRPr/>
            </a:lvl5pPr>
            <a:lvl6pPr indent="-285750" lvl="5" marL="2743200" algn="l">
              <a:lnSpc>
                <a:spcPct val="100000"/>
              </a:lnSpc>
              <a:spcBef>
                <a:spcPts val="0"/>
              </a:spcBef>
              <a:spcAft>
                <a:spcPts val="0"/>
              </a:spcAft>
              <a:buSzPts val="900"/>
              <a:buChar char="■"/>
              <a:defRPr/>
            </a:lvl6pPr>
            <a:lvl7pPr indent="-285750" lvl="6" marL="3200400" algn="l">
              <a:lnSpc>
                <a:spcPct val="100000"/>
              </a:lnSpc>
              <a:spcBef>
                <a:spcPts val="0"/>
              </a:spcBef>
              <a:spcAft>
                <a:spcPts val="0"/>
              </a:spcAft>
              <a:buSzPts val="900"/>
              <a:buChar char="●"/>
              <a:defRPr/>
            </a:lvl7pPr>
            <a:lvl8pPr indent="-285750" lvl="7" marL="3657600" algn="l">
              <a:lnSpc>
                <a:spcPct val="100000"/>
              </a:lnSpc>
              <a:spcBef>
                <a:spcPts val="0"/>
              </a:spcBef>
              <a:spcAft>
                <a:spcPts val="0"/>
              </a:spcAft>
              <a:buSzPts val="900"/>
              <a:buChar char="○"/>
              <a:defRPr/>
            </a:lvl8pPr>
            <a:lvl9pPr indent="-285750" lvl="8" marL="4114800" algn="l">
              <a:lnSpc>
                <a:spcPct val="100000"/>
              </a:lnSpc>
              <a:spcBef>
                <a:spcPts val="0"/>
              </a:spcBef>
              <a:spcAft>
                <a:spcPts val="0"/>
              </a:spcAft>
              <a:buSzPts val="900"/>
              <a:buChar char="■"/>
              <a:defRPr/>
            </a:lvl9pPr>
          </a:lstStyle>
          <a:p/>
        </p:txBody>
      </p:sp>
      <p:cxnSp>
        <p:nvCxnSpPr>
          <p:cNvPr id="85" name="Google Shape;85;p10"/>
          <p:cNvCxnSpPr/>
          <p:nvPr/>
        </p:nvCxnSpPr>
        <p:spPr>
          <a:xfrm flipH="1" rot="10800000">
            <a:off x="225750" y="4678950"/>
            <a:ext cx="8692500" cy="5700"/>
          </a:xfrm>
          <a:prstGeom prst="straightConnector1">
            <a:avLst/>
          </a:prstGeom>
          <a:noFill/>
          <a:ln cap="flat" cmpd="sng" w="9525">
            <a:solidFill>
              <a:schemeClr val="dk1"/>
            </a:solidFill>
            <a:prstDash val="solid"/>
            <a:round/>
            <a:headEnd len="sm" w="sm" type="none"/>
            <a:tailEnd len="sm" w="sm" type="none"/>
          </a:ln>
        </p:spPr>
      </p:cxn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image boards">
  <p:cSld name="CUSTOM_1_1">
    <p:spTree>
      <p:nvGrpSpPr>
        <p:cNvPr id="86" name="Shape 86"/>
        <p:cNvGrpSpPr/>
        <p:nvPr/>
      </p:nvGrpSpPr>
      <p:grpSpPr>
        <a:xfrm>
          <a:off x="0" y="0"/>
          <a:ext cx="0" cy="0"/>
          <a:chOff x="0" y="0"/>
          <a:chExt cx="0" cy="0"/>
        </a:xfrm>
      </p:grpSpPr>
      <p:sp>
        <p:nvSpPr>
          <p:cNvPr id="87" name="Google Shape;87;p11"/>
          <p:cNvSpPr txBox="1"/>
          <p:nvPr>
            <p:ph idx="12" type="sldNum"/>
          </p:nvPr>
        </p:nvSpPr>
        <p:spPr>
          <a:xfrm>
            <a:off x="7426775" y="4679000"/>
            <a:ext cx="1502400" cy="3243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9pPr>
          </a:lstStyle>
          <a:p>
            <a:pPr indent="0" lvl="0" marL="0" rtl="0" algn="r">
              <a:spcBef>
                <a:spcPts val="0"/>
              </a:spcBef>
              <a:spcAft>
                <a:spcPts val="0"/>
              </a:spcAft>
              <a:buNone/>
            </a:pPr>
            <a:fld id="{00000000-1234-1234-1234-123412341234}" type="slidenum">
              <a:rPr lang="en"/>
              <a:t>‹#›</a:t>
            </a:fld>
            <a:endParaRPr/>
          </a:p>
        </p:txBody>
      </p:sp>
      <p:sp>
        <p:nvSpPr>
          <p:cNvPr id="88" name="Google Shape;88;p11"/>
          <p:cNvSpPr txBox="1"/>
          <p:nvPr>
            <p:ph idx="1" type="subTitle"/>
          </p:nvPr>
        </p:nvSpPr>
        <p:spPr>
          <a:xfrm>
            <a:off x="228600" y="164350"/>
            <a:ext cx="3514200" cy="4293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000"/>
              <a:buNone/>
              <a:defRPr/>
            </a:lvl1pPr>
            <a:lvl2pPr lvl="1" algn="l">
              <a:lnSpc>
                <a:spcPct val="100000"/>
              </a:lnSpc>
              <a:spcBef>
                <a:spcPts val="0"/>
              </a:spcBef>
              <a:spcAft>
                <a:spcPts val="0"/>
              </a:spcAft>
              <a:buSzPts val="2000"/>
              <a:buNone/>
              <a:defRPr/>
            </a:lvl2pPr>
            <a:lvl3pPr lvl="2" algn="l">
              <a:lnSpc>
                <a:spcPct val="100000"/>
              </a:lnSpc>
              <a:spcBef>
                <a:spcPts val="0"/>
              </a:spcBef>
              <a:spcAft>
                <a:spcPts val="0"/>
              </a:spcAft>
              <a:buSzPts val="2000"/>
              <a:buNone/>
              <a:defRPr/>
            </a:lvl3pPr>
            <a:lvl4pPr lvl="3" algn="l">
              <a:lnSpc>
                <a:spcPct val="100000"/>
              </a:lnSpc>
              <a:spcBef>
                <a:spcPts val="0"/>
              </a:spcBef>
              <a:spcAft>
                <a:spcPts val="0"/>
              </a:spcAft>
              <a:buSzPts val="2000"/>
              <a:buNone/>
              <a:defRPr/>
            </a:lvl4pPr>
            <a:lvl5pPr lvl="4" algn="l">
              <a:lnSpc>
                <a:spcPct val="100000"/>
              </a:lnSpc>
              <a:spcBef>
                <a:spcPts val="0"/>
              </a:spcBef>
              <a:spcAft>
                <a:spcPts val="0"/>
              </a:spcAft>
              <a:buSzPts val="2000"/>
              <a:buNone/>
              <a:defRPr/>
            </a:lvl5pPr>
            <a:lvl6pPr lvl="5" algn="l">
              <a:lnSpc>
                <a:spcPct val="100000"/>
              </a:lnSpc>
              <a:spcBef>
                <a:spcPts val="0"/>
              </a:spcBef>
              <a:spcAft>
                <a:spcPts val="0"/>
              </a:spcAft>
              <a:buSzPts val="2000"/>
              <a:buNone/>
              <a:defRPr/>
            </a:lvl6pPr>
            <a:lvl7pPr lvl="6" algn="l">
              <a:lnSpc>
                <a:spcPct val="100000"/>
              </a:lnSpc>
              <a:spcBef>
                <a:spcPts val="0"/>
              </a:spcBef>
              <a:spcAft>
                <a:spcPts val="0"/>
              </a:spcAft>
              <a:buSzPts val="2000"/>
              <a:buNone/>
              <a:defRPr/>
            </a:lvl7pPr>
            <a:lvl8pPr lvl="7" algn="l">
              <a:lnSpc>
                <a:spcPct val="100000"/>
              </a:lnSpc>
              <a:spcBef>
                <a:spcPts val="0"/>
              </a:spcBef>
              <a:spcAft>
                <a:spcPts val="0"/>
              </a:spcAft>
              <a:buSzPts val="2000"/>
              <a:buNone/>
              <a:defRPr/>
            </a:lvl8pPr>
            <a:lvl9pPr lvl="8" algn="l">
              <a:lnSpc>
                <a:spcPct val="100000"/>
              </a:lnSpc>
              <a:spcBef>
                <a:spcPts val="0"/>
              </a:spcBef>
              <a:spcAft>
                <a:spcPts val="0"/>
              </a:spcAft>
              <a:buSzPts val="2000"/>
              <a:buNone/>
              <a:defRPr/>
            </a:lvl9pPr>
          </a:lstStyle>
          <a:p/>
        </p:txBody>
      </p:sp>
      <p:sp>
        <p:nvSpPr>
          <p:cNvPr id="89" name="Google Shape;89;p11"/>
          <p:cNvSpPr/>
          <p:nvPr>
            <p:ph idx="2" type="pic"/>
          </p:nvPr>
        </p:nvSpPr>
        <p:spPr>
          <a:xfrm>
            <a:off x="228600" y="1617150"/>
            <a:ext cx="2820300" cy="2820300"/>
          </a:xfrm>
          <a:prstGeom prst="rect">
            <a:avLst/>
          </a:prstGeom>
          <a:noFill/>
          <a:ln>
            <a:noFill/>
          </a:ln>
        </p:spPr>
      </p:sp>
      <p:sp>
        <p:nvSpPr>
          <p:cNvPr id="90" name="Google Shape;90;p11"/>
          <p:cNvSpPr/>
          <p:nvPr>
            <p:ph idx="3" type="pic"/>
          </p:nvPr>
        </p:nvSpPr>
        <p:spPr>
          <a:xfrm>
            <a:off x="3161800" y="1617150"/>
            <a:ext cx="2820300" cy="2820300"/>
          </a:xfrm>
          <a:prstGeom prst="rect">
            <a:avLst/>
          </a:prstGeom>
          <a:noFill/>
          <a:ln>
            <a:noFill/>
          </a:ln>
        </p:spPr>
      </p:sp>
      <p:sp>
        <p:nvSpPr>
          <p:cNvPr id="91" name="Google Shape;91;p11"/>
          <p:cNvSpPr/>
          <p:nvPr>
            <p:ph idx="4" type="pic"/>
          </p:nvPr>
        </p:nvSpPr>
        <p:spPr>
          <a:xfrm>
            <a:off x="6095000" y="1617150"/>
            <a:ext cx="2820300" cy="2820300"/>
          </a:xfrm>
          <a:prstGeom prst="rect">
            <a:avLst/>
          </a:prstGeom>
          <a:noFill/>
          <a:ln>
            <a:noFill/>
          </a:ln>
        </p:spPr>
      </p:sp>
      <p:sp>
        <p:nvSpPr>
          <p:cNvPr id="92" name="Google Shape;92;p11"/>
          <p:cNvSpPr txBox="1"/>
          <p:nvPr>
            <p:ph idx="5" type="body"/>
          </p:nvPr>
        </p:nvSpPr>
        <p:spPr>
          <a:xfrm>
            <a:off x="228600" y="4679000"/>
            <a:ext cx="4343400" cy="324300"/>
          </a:xfrm>
          <a:prstGeom prst="rect">
            <a:avLst/>
          </a:prstGeom>
          <a:noFill/>
          <a:ln>
            <a:noFill/>
          </a:ln>
        </p:spPr>
        <p:txBody>
          <a:bodyPr anchorCtr="0" anchor="t" bIns="91425" lIns="91425" spcFirstLastPara="1" rIns="91425" wrap="square" tIns="91425">
            <a:noAutofit/>
          </a:bodyPr>
          <a:lstStyle>
            <a:lvl1pPr indent="-285750" lvl="0" marL="457200" algn="l">
              <a:lnSpc>
                <a:spcPct val="100000"/>
              </a:lnSpc>
              <a:spcBef>
                <a:spcPts val="0"/>
              </a:spcBef>
              <a:spcAft>
                <a:spcPts val="0"/>
              </a:spcAft>
              <a:buSzPts val="900"/>
              <a:buChar char="●"/>
              <a:defRPr/>
            </a:lvl1pPr>
            <a:lvl2pPr indent="-285750" lvl="1" marL="914400" algn="l">
              <a:lnSpc>
                <a:spcPct val="100000"/>
              </a:lnSpc>
              <a:spcBef>
                <a:spcPts val="0"/>
              </a:spcBef>
              <a:spcAft>
                <a:spcPts val="0"/>
              </a:spcAft>
              <a:buSzPts val="900"/>
              <a:buChar char="○"/>
              <a:defRPr/>
            </a:lvl2pPr>
            <a:lvl3pPr indent="-285750" lvl="2" marL="1371600" algn="l">
              <a:lnSpc>
                <a:spcPct val="100000"/>
              </a:lnSpc>
              <a:spcBef>
                <a:spcPts val="0"/>
              </a:spcBef>
              <a:spcAft>
                <a:spcPts val="0"/>
              </a:spcAft>
              <a:buSzPts val="900"/>
              <a:buChar char="■"/>
              <a:defRPr/>
            </a:lvl3pPr>
            <a:lvl4pPr indent="-285750" lvl="3" marL="1828800" algn="l">
              <a:lnSpc>
                <a:spcPct val="100000"/>
              </a:lnSpc>
              <a:spcBef>
                <a:spcPts val="0"/>
              </a:spcBef>
              <a:spcAft>
                <a:spcPts val="0"/>
              </a:spcAft>
              <a:buSzPts val="900"/>
              <a:buChar char="●"/>
              <a:defRPr/>
            </a:lvl4pPr>
            <a:lvl5pPr indent="-285750" lvl="4" marL="2286000" algn="l">
              <a:lnSpc>
                <a:spcPct val="100000"/>
              </a:lnSpc>
              <a:spcBef>
                <a:spcPts val="0"/>
              </a:spcBef>
              <a:spcAft>
                <a:spcPts val="0"/>
              </a:spcAft>
              <a:buSzPts val="900"/>
              <a:buChar char="○"/>
              <a:defRPr/>
            </a:lvl5pPr>
            <a:lvl6pPr indent="-285750" lvl="5" marL="2743200" algn="l">
              <a:lnSpc>
                <a:spcPct val="100000"/>
              </a:lnSpc>
              <a:spcBef>
                <a:spcPts val="0"/>
              </a:spcBef>
              <a:spcAft>
                <a:spcPts val="0"/>
              </a:spcAft>
              <a:buSzPts val="900"/>
              <a:buChar char="■"/>
              <a:defRPr/>
            </a:lvl6pPr>
            <a:lvl7pPr indent="-285750" lvl="6" marL="3200400" algn="l">
              <a:lnSpc>
                <a:spcPct val="100000"/>
              </a:lnSpc>
              <a:spcBef>
                <a:spcPts val="0"/>
              </a:spcBef>
              <a:spcAft>
                <a:spcPts val="0"/>
              </a:spcAft>
              <a:buSzPts val="900"/>
              <a:buChar char="●"/>
              <a:defRPr/>
            </a:lvl7pPr>
            <a:lvl8pPr indent="-285750" lvl="7" marL="3657600" algn="l">
              <a:lnSpc>
                <a:spcPct val="100000"/>
              </a:lnSpc>
              <a:spcBef>
                <a:spcPts val="0"/>
              </a:spcBef>
              <a:spcAft>
                <a:spcPts val="0"/>
              </a:spcAft>
              <a:buSzPts val="900"/>
              <a:buChar char="○"/>
              <a:defRPr/>
            </a:lvl8pPr>
            <a:lvl9pPr indent="-285750" lvl="8" marL="4114800" algn="l">
              <a:lnSpc>
                <a:spcPct val="100000"/>
              </a:lnSpc>
              <a:spcBef>
                <a:spcPts val="0"/>
              </a:spcBef>
              <a:spcAft>
                <a:spcPts val="0"/>
              </a:spcAft>
              <a:buSzPts val="900"/>
              <a:buChar char="■"/>
              <a:defRPr/>
            </a:lvl9pPr>
          </a:lstStyle>
          <a:p/>
        </p:txBody>
      </p:sp>
      <p:sp>
        <p:nvSpPr>
          <p:cNvPr id="93" name="Google Shape;93;p11"/>
          <p:cNvSpPr txBox="1"/>
          <p:nvPr>
            <p:ph idx="6" type="body"/>
          </p:nvPr>
        </p:nvSpPr>
        <p:spPr>
          <a:xfrm>
            <a:off x="228600" y="593650"/>
            <a:ext cx="3514200" cy="892800"/>
          </a:xfrm>
          <a:prstGeom prst="rect">
            <a:avLst/>
          </a:prstGeom>
          <a:noFill/>
          <a:ln>
            <a:noFill/>
          </a:ln>
        </p:spPr>
        <p:txBody>
          <a:bodyPr anchorCtr="0" anchor="t" bIns="91425" lIns="91425" spcFirstLastPara="1" rIns="91425" wrap="square" tIns="91425">
            <a:noAutofit/>
          </a:bodyPr>
          <a:lstStyle>
            <a:lvl1pPr indent="-285750" lvl="0" marL="457200" algn="l">
              <a:lnSpc>
                <a:spcPct val="100000"/>
              </a:lnSpc>
              <a:spcBef>
                <a:spcPts val="0"/>
              </a:spcBef>
              <a:spcAft>
                <a:spcPts val="0"/>
              </a:spcAft>
              <a:buSzPts val="900"/>
              <a:buChar char="●"/>
              <a:defRPr/>
            </a:lvl1pPr>
            <a:lvl2pPr indent="-285750" lvl="1" marL="914400" algn="l">
              <a:lnSpc>
                <a:spcPct val="100000"/>
              </a:lnSpc>
              <a:spcBef>
                <a:spcPts val="0"/>
              </a:spcBef>
              <a:spcAft>
                <a:spcPts val="0"/>
              </a:spcAft>
              <a:buSzPts val="900"/>
              <a:buChar char="○"/>
              <a:defRPr/>
            </a:lvl2pPr>
            <a:lvl3pPr indent="-285750" lvl="2" marL="1371600" algn="l">
              <a:lnSpc>
                <a:spcPct val="100000"/>
              </a:lnSpc>
              <a:spcBef>
                <a:spcPts val="0"/>
              </a:spcBef>
              <a:spcAft>
                <a:spcPts val="0"/>
              </a:spcAft>
              <a:buSzPts val="900"/>
              <a:buChar char="■"/>
              <a:defRPr/>
            </a:lvl3pPr>
            <a:lvl4pPr indent="-285750" lvl="3" marL="1828800" algn="l">
              <a:lnSpc>
                <a:spcPct val="100000"/>
              </a:lnSpc>
              <a:spcBef>
                <a:spcPts val="0"/>
              </a:spcBef>
              <a:spcAft>
                <a:spcPts val="0"/>
              </a:spcAft>
              <a:buSzPts val="900"/>
              <a:buChar char="●"/>
              <a:defRPr/>
            </a:lvl4pPr>
            <a:lvl5pPr indent="-285750" lvl="4" marL="2286000" algn="l">
              <a:lnSpc>
                <a:spcPct val="100000"/>
              </a:lnSpc>
              <a:spcBef>
                <a:spcPts val="0"/>
              </a:spcBef>
              <a:spcAft>
                <a:spcPts val="0"/>
              </a:spcAft>
              <a:buSzPts val="900"/>
              <a:buChar char="○"/>
              <a:defRPr/>
            </a:lvl5pPr>
            <a:lvl6pPr indent="-285750" lvl="5" marL="2743200" algn="l">
              <a:lnSpc>
                <a:spcPct val="100000"/>
              </a:lnSpc>
              <a:spcBef>
                <a:spcPts val="0"/>
              </a:spcBef>
              <a:spcAft>
                <a:spcPts val="0"/>
              </a:spcAft>
              <a:buSzPts val="900"/>
              <a:buChar char="■"/>
              <a:defRPr/>
            </a:lvl6pPr>
            <a:lvl7pPr indent="-285750" lvl="6" marL="3200400" algn="l">
              <a:lnSpc>
                <a:spcPct val="100000"/>
              </a:lnSpc>
              <a:spcBef>
                <a:spcPts val="0"/>
              </a:spcBef>
              <a:spcAft>
                <a:spcPts val="0"/>
              </a:spcAft>
              <a:buSzPts val="900"/>
              <a:buChar char="●"/>
              <a:defRPr/>
            </a:lvl7pPr>
            <a:lvl8pPr indent="-285750" lvl="7" marL="3657600" algn="l">
              <a:lnSpc>
                <a:spcPct val="100000"/>
              </a:lnSpc>
              <a:spcBef>
                <a:spcPts val="0"/>
              </a:spcBef>
              <a:spcAft>
                <a:spcPts val="0"/>
              </a:spcAft>
              <a:buSzPts val="900"/>
              <a:buChar char="○"/>
              <a:defRPr/>
            </a:lvl8pPr>
            <a:lvl9pPr indent="-285750" lvl="8" marL="4114800" algn="l">
              <a:lnSpc>
                <a:spcPct val="100000"/>
              </a:lnSpc>
              <a:spcBef>
                <a:spcPts val="0"/>
              </a:spcBef>
              <a:spcAft>
                <a:spcPts val="0"/>
              </a:spcAft>
              <a:buSzPts val="900"/>
              <a:buChar char="■"/>
              <a:defRPr/>
            </a:lvl9pPr>
          </a:lstStyle>
          <a:p/>
        </p:txBody>
      </p:sp>
      <p:cxnSp>
        <p:nvCxnSpPr>
          <p:cNvPr id="94" name="Google Shape;94;p11"/>
          <p:cNvCxnSpPr/>
          <p:nvPr/>
        </p:nvCxnSpPr>
        <p:spPr>
          <a:xfrm flipH="1" rot="10800000">
            <a:off x="225750" y="4678950"/>
            <a:ext cx="8692500" cy="5700"/>
          </a:xfrm>
          <a:prstGeom prst="straightConnector1">
            <a:avLst/>
          </a:prstGeom>
          <a:noFill/>
          <a:ln cap="flat" cmpd="sng" w="9525">
            <a:solidFill>
              <a:schemeClr val="dk1"/>
            </a:solidFill>
            <a:prstDash val="solid"/>
            <a:round/>
            <a:headEnd len="sm" w="sm" type="none"/>
            <a:tailEnd len="sm" w="sm" type="none"/>
          </a:ln>
        </p:spPr>
      </p:cxn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image boards">
  <p:cSld name="CUSTOM_1_1_1">
    <p:spTree>
      <p:nvGrpSpPr>
        <p:cNvPr id="95" name="Shape 95"/>
        <p:cNvGrpSpPr/>
        <p:nvPr/>
      </p:nvGrpSpPr>
      <p:grpSpPr>
        <a:xfrm>
          <a:off x="0" y="0"/>
          <a:ext cx="0" cy="0"/>
          <a:chOff x="0" y="0"/>
          <a:chExt cx="0" cy="0"/>
        </a:xfrm>
      </p:grpSpPr>
      <p:sp>
        <p:nvSpPr>
          <p:cNvPr id="96" name="Google Shape;96;p12"/>
          <p:cNvSpPr txBox="1"/>
          <p:nvPr>
            <p:ph idx="12" type="sldNum"/>
          </p:nvPr>
        </p:nvSpPr>
        <p:spPr>
          <a:xfrm>
            <a:off x="7426775" y="4679000"/>
            <a:ext cx="1502400" cy="3243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9pPr>
          </a:lstStyle>
          <a:p>
            <a:pPr indent="0" lvl="0" marL="0" rtl="0" algn="r">
              <a:spcBef>
                <a:spcPts val="0"/>
              </a:spcBef>
              <a:spcAft>
                <a:spcPts val="0"/>
              </a:spcAft>
              <a:buNone/>
            </a:pPr>
            <a:fld id="{00000000-1234-1234-1234-123412341234}" type="slidenum">
              <a:rPr lang="en"/>
              <a:t>‹#›</a:t>
            </a:fld>
            <a:endParaRPr/>
          </a:p>
        </p:txBody>
      </p:sp>
      <p:sp>
        <p:nvSpPr>
          <p:cNvPr id="97" name="Google Shape;97;p12"/>
          <p:cNvSpPr txBox="1"/>
          <p:nvPr>
            <p:ph idx="1" type="subTitle"/>
          </p:nvPr>
        </p:nvSpPr>
        <p:spPr>
          <a:xfrm>
            <a:off x="228600" y="164350"/>
            <a:ext cx="3514200" cy="4293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000"/>
              <a:buNone/>
              <a:defRPr/>
            </a:lvl1pPr>
            <a:lvl2pPr lvl="1" algn="l">
              <a:lnSpc>
                <a:spcPct val="100000"/>
              </a:lnSpc>
              <a:spcBef>
                <a:spcPts val="0"/>
              </a:spcBef>
              <a:spcAft>
                <a:spcPts val="0"/>
              </a:spcAft>
              <a:buSzPts val="2000"/>
              <a:buNone/>
              <a:defRPr/>
            </a:lvl2pPr>
            <a:lvl3pPr lvl="2" algn="l">
              <a:lnSpc>
                <a:spcPct val="100000"/>
              </a:lnSpc>
              <a:spcBef>
                <a:spcPts val="0"/>
              </a:spcBef>
              <a:spcAft>
                <a:spcPts val="0"/>
              </a:spcAft>
              <a:buSzPts val="2000"/>
              <a:buNone/>
              <a:defRPr/>
            </a:lvl3pPr>
            <a:lvl4pPr lvl="3" algn="l">
              <a:lnSpc>
                <a:spcPct val="100000"/>
              </a:lnSpc>
              <a:spcBef>
                <a:spcPts val="0"/>
              </a:spcBef>
              <a:spcAft>
                <a:spcPts val="0"/>
              </a:spcAft>
              <a:buSzPts val="2000"/>
              <a:buNone/>
              <a:defRPr/>
            </a:lvl4pPr>
            <a:lvl5pPr lvl="4" algn="l">
              <a:lnSpc>
                <a:spcPct val="100000"/>
              </a:lnSpc>
              <a:spcBef>
                <a:spcPts val="0"/>
              </a:spcBef>
              <a:spcAft>
                <a:spcPts val="0"/>
              </a:spcAft>
              <a:buSzPts val="2000"/>
              <a:buNone/>
              <a:defRPr/>
            </a:lvl5pPr>
            <a:lvl6pPr lvl="5" algn="l">
              <a:lnSpc>
                <a:spcPct val="100000"/>
              </a:lnSpc>
              <a:spcBef>
                <a:spcPts val="0"/>
              </a:spcBef>
              <a:spcAft>
                <a:spcPts val="0"/>
              </a:spcAft>
              <a:buSzPts val="2000"/>
              <a:buNone/>
              <a:defRPr/>
            </a:lvl6pPr>
            <a:lvl7pPr lvl="6" algn="l">
              <a:lnSpc>
                <a:spcPct val="100000"/>
              </a:lnSpc>
              <a:spcBef>
                <a:spcPts val="0"/>
              </a:spcBef>
              <a:spcAft>
                <a:spcPts val="0"/>
              </a:spcAft>
              <a:buSzPts val="2000"/>
              <a:buNone/>
              <a:defRPr/>
            </a:lvl7pPr>
            <a:lvl8pPr lvl="7" algn="l">
              <a:lnSpc>
                <a:spcPct val="100000"/>
              </a:lnSpc>
              <a:spcBef>
                <a:spcPts val="0"/>
              </a:spcBef>
              <a:spcAft>
                <a:spcPts val="0"/>
              </a:spcAft>
              <a:buSzPts val="2000"/>
              <a:buNone/>
              <a:defRPr/>
            </a:lvl8pPr>
            <a:lvl9pPr lvl="8" algn="l">
              <a:lnSpc>
                <a:spcPct val="100000"/>
              </a:lnSpc>
              <a:spcBef>
                <a:spcPts val="0"/>
              </a:spcBef>
              <a:spcAft>
                <a:spcPts val="0"/>
              </a:spcAft>
              <a:buSzPts val="2000"/>
              <a:buNone/>
              <a:defRPr/>
            </a:lvl9pPr>
          </a:lstStyle>
          <a:p/>
        </p:txBody>
      </p:sp>
      <p:sp>
        <p:nvSpPr>
          <p:cNvPr id="98" name="Google Shape;98;p12"/>
          <p:cNvSpPr/>
          <p:nvPr>
            <p:ph idx="2" type="pic"/>
          </p:nvPr>
        </p:nvSpPr>
        <p:spPr>
          <a:xfrm>
            <a:off x="4633050" y="1617150"/>
            <a:ext cx="4282500" cy="2820300"/>
          </a:xfrm>
          <a:prstGeom prst="rect">
            <a:avLst/>
          </a:prstGeom>
          <a:noFill/>
          <a:ln>
            <a:noFill/>
          </a:ln>
        </p:spPr>
      </p:sp>
      <p:sp>
        <p:nvSpPr>
          <p:cNvPr id="99" name="Google Shape;99;p12"/>
          <p:cNvSpPr/>
          <p:nvPr>
            <p:ph idx="3" type="pic"/>
          </p:nvPr>
        </p:nvSpPr>
        <p:spPr>
          <a:xfrm>
            <a:off x="228600" y="1617150"/>
            <a:ext cx="4282500" cy="2820300"/>
          </a:xfrm>
          <a:prstGeom prst="rect">
            <a:avLst/>
          </a:prstGeom>
          <a:noFill/>
          <a:ln>
            <a:noFill/>
          </a:ln>
        </p:spPr>
      </p:sp>
      <p:sp>
        <p:nvSpPr>
          <p:cNvPr id="100" name="Google Shape;100;p12"/>
          <p:cNvSpPr txBox="1"/>
          <p:nvPr>
            <p:ph idx="4" type="body"/>
          </p:nvPr>
        </p:nvSpPr>
        <p:spPr>
          <a:xfrm>
            <a:off x="228600" y="4679000"/>
            <a:ext cx="4343400" cy="324300"/>
          </a:xfrm>
          <a:prstGeom prst="rect">
            <a:avLst/>
          </a:prstGeom>
          <a:noFill/>
          <a:ln>
            <a:noFill/>
          </a:ln>
        </p:spPr>
        <p:txBody>
          <a:bodyPr anchorCtr="0" anchor="t" bIns="91425" lIns="91425" spcFirstLastPara="1" rIns="91425" wrap="square" tIns="91425">
            <a:noAutofit/>
          </a:bodyPr>
          <a:lstStyle>
            <a:lvl1pPr indent="-285750" lvl="0" marL="457200" algn="l">
              <a:lnSpc>
                <a:spcPct val="100000"/>
              </a:lnSpc>
              <a:spcBef>
                <a:spcPts val="0"/>
              </a:spcBef>
              <a:spcAft>
                <a:spcPts val="0"/>
              </a:spcAft>
              <a:buSzPts val="900"/>
              <a:buChar char="●"/>
              <a:defRPr/>
            </a:lvl1pPr>
            <a:lvl2pPr indent="-285750" lvl="1" marL="914400" algn="l">
              <a:lnSpc>
                <a:spcPct val="100000"/>
              </a:lnSpc>
              <a:spcBef>
                <a:spcPts val="0"/>
              </a:spcBef>
              <a:spcAft>
                <a:spcPts val="0"/>
              </a:spcAft>
              <a:buSzPts val="900"/>
              <a:buChar char="○"/>
              <a:defRPr/>
            </a:lvl2pPr>
            <a:lvl3pPr indent="-285750" lvl="2" marL="1371600" algn="l">
              <a:lnSpc>
                <a:spcPct val="100000"/>
              </a:lnSpc>
              <a:spcBef>
                <a:spcPts val="0"/>
              </a:spcBef>
              <a:spcAft>
                <a:spcPts val="0"/>
              </a:spcAft>
              <a:buSzPts val="900"/>
              <a:buChar char="■"/>
              <a:defRPr/>
            </a:lvl3pPr>
            <a:lvl4pPr indent="-285750" lvl="3" marL="1828800" algn="l">
              <a:lnSpc>
                <a:spcPct val="100000"/>
              </a:lnSpc>
              <a:spcBef>
                <a:spcPts val="0"/>
              </a:spcBef>
              <a:spcAft>
                <a:spcPts val="0"/>
              </a:spcAft>
              <a:buSzPts val="900"/>
              <a:buChar char="●"/>
              <a:defRPr/>
            </a:lvl4pPr>
            <a:lvl5pPr indent="-285750" lvl="4" marL="2286000" algn="l">
              <a:lnSpc>
                <a:spcPct val="100000"/>
              </a:lnSpc>
              <a:spcBef>
                <a:spcPts val="0"/>
              </a:spcBef>
              <a:spcAft>
                <a:spcPts val="0"/>
              </a:spcAft>
              <a:buSzPts val="900"/>
              <a:buChar char="○"/>
              <a:defRPr/>
            </a:lvl5pPr>
            <a:lvl6pPr indent="-285750" lvl="5" marL="2743200" algn="l">
              <a:lnSpc>
                <a:spcPct val="100000"/>
              </a:lnSpc>
              <a:spcBef>
                <a:spcPts val="0"/>
              </a:spcBef>
              <a:spcAft>
                <a:spcPts val="0"/>
              </a:spcAft>
              <a:buSzPts val="900"/>
              <a:buChar char="■"/>
              <a:defRPr/>
            </a:lvl6pPr>
            <a:lvl7pPr indent="-285750" lvl="6" marL="3200400" algn="l">
              <a:lnSpc>
                <a:spcPct val="100000"/>
              </a:lnSpc>
              <a:spcBef>
                <a:spcPts val="0"/>
              </a:spcBef>
              <a:spcAft>
                <a:spcPts val="0"/>
              </a:spcAft>
              <a:buSzPts val="900"/>
              <a:buChar char="●"/>
              <a:defRPr/>
            </a:lvl7pPr>
            <a:lvl8pPr indent="-285750" lvl="7" marL="3657600" algn="l">
              <a:lnSpc>
                <a:spcPct val="100000"/>
              </a:lnSpc>
              <a:spcBef>
                <a:spcPts val="0"/>
              </a:spcBef>
              <a:spcAft>
                <a:spcPts val="0"/>
              </a:spcAft>
              <a:buSzPts val="900"/>
              <a:buChar char="○"/>
              <a:defRPr/>
            </a:lvl8pPr>
            <a:lvl9pPr indent="-285750" lvl="8" marL="4114800" algn="l">
              <a:lnSpc>
                <a:spcPct val="100000"/>
              </a:lnSpc>
              <a:spcBef>
                <a:spcPts val="0"/>
              </a:spcBef>
              <a:spcAft>
                <a:spcPts val="0"/>
              </a:spcAft>
              <a:buSzPts val="900"/>
              <a:buChar char="■"/>
              <a:defRPr/>
            </a:lvl9pPr>
          </a:lstStyle>
          <a:p/>
        </p:txBody>
      </p:sp>
      <p:sp>
        <p:nvSpPr>
          <p:cNvPr id="101" name="Google Shape;101;p12"/>
          <p:cNvSpPr txBox="1"/>
          <p:nvPr>
            <p:ph idx="5" type="body"/>
          </p:nvPr>
        </p:nvSpPr>
        <p:spPr>
          <a:xfrm>
            <a:off x="228600" y="593650"/>
            <a:ext cx="3514200" cy="892800"/>
          </a:xfrm>
          <a:prstGeom prst="rect">
            <a:avLst/>
          </a:prstGeom>
          <a:noFill/>
          <a:ln>
            <a:noFill/>
          </a:ln>
        </p:spPr>
        <p:txBody>
          <a:bodyPr anchorCtr="0" anchor="t" bIns="91425" lIns="91425" spcFirstLastPara="1" rIns="91425" wrap="square" tIns="91425">
            <a:noAutofit/>
          </a:bodyPr>
          <a:lstStyle>
            <a:lvl1pPr indent="-285750" lvl="0" marL="457200" algn="l">
              <a:lnSpc>
                <a:spcPct val="100000"/>
              </a:lnSpc>
              <a:spcBef>
                <a:spcPts val="0"/>
              </a:spcBef>
              <a:spcAft>
                <a:spcPts val="0"/>
              </a:spcAft>
              <a:buSzPts val="900"/>
              <a:buChar char="●"/>
              <a:defRPr/>
            </a:lvl1pPr>
            <a:lvl2pPr indent="-285750" lvl="1" marL="914400" algn="l">
              <a:lnSpc>
                <a:spcPct val="100000"/>
              </a:lnSpc>
              <a:spcBef>
                <a:spcPts val="0"/>
              </a:spcBef>
              <a:spcAft>
                <a:spcPts val="0"/>
              </a:spcAft>
              <a:buSzPts val="900"/>
              <a:buChar char="○"/>
              <a:defRPr/>
            </a:lvl2pPr>
            <a:lvl3pPr indent="-285750" lvl="2" marL="1371600" algn="l">
              <a:lnSpc>
                <a:spcPct val="100000"/>
              </a:lnSpc>
              <a:spcBef>
                <a:spcPts val="0"/>
              </a:spcBef>
              <a:spcAft>
                <a:spcPts val="0"/>
              </a:spcAft>
              <a:buSzPts val="900"/>
              <a:buChar char="■"/>
              <a:defRPr/>
            </a:lvl3pPr>
            <a:lvl4pPr indent="-285750" lvl="3" marL="1828800" algn="l">
              <a:lnSpc>
                <a:spcPct val="100000"/>
              </a:lnSpc>
              <a:spcBef>
                <a:spcPts val="0"/>
              </a:spcBef>
              <a:spcAft>
                <a:spcPts val="0"/>
              </a:spcAft>
              <a:buSzPts val="900"/>
              <a:buChar char="●"/>
              <a:defRPr/>
            </a:lvl4pPr>
            <a:lvl5pPr indent="-285750" lvl="4" marL="2286000" algn="l">
              <a:lnSpc>
                <a:spcPct val="100000"/>
              </a:lnSpc>
              <a:spcBef>
                <a:spcPts val="0"/>
              </a:spcBef>
              <a:spcAft>
                <a:spcPts val="0"/>
              </a:spcAft>
              <a:buSzPts val="900"/>
              <a:buChar char="○"/>
              <a:defRPr/>
            </a:lvl5pPr>
            <a:lvl6pPr indent="-285750" lvl="5" marL="2743200" algn="l">
              <a:lnSpc>
                <a:spcPct val="100000"/>
              </a:lnSpc>
              <a:spcBef>
                <a:spcPts val="0"/>
              </a:spcBef>
              <a:spcAft>
                <a:spcPts val="0"/>
              </a:spcAft>
              <a:buSzPts val="900"/>
              <a:buChar char="■"/>
              <a:defRPr/>
            </a:lvl6pPr>
            <a:lvl7pPr indent="-285750" lvl="6" marL="3200400" algn="l">
              <a:lnSpc>
                <a:spcPct val="100000"/>
              </a:lnSpc>
              <a:spcBef>
                <a:spcPts val="0"/>
              </a:spcBef>
              <a:spcAft>
                <a:spcPts val="0"/>
              </a:spcAft>
              <a:buSzPts val="900"/>
              <a:buChar char="●"/>
              <a:defRPr/>
            </a:lvl7pPr>
            <a:lvl8pPr indent="-285750" lvl="7" marL="3657600" algn="l">
              <a:lnSpc>
                <a:spcPct val="100000"/>
              </a:lnSpc>
              <a:spcBef>
                <a:spcPts val="0"/>
              </a:spcBef>
              <a:spcAft>
                <a:spcPts val="0"/>
              </a:spcAft>
              <a:buSzPts val="900"/>
              <a:buChar char="○"/>
              <a:defRPr/>
            </a:lvl8pPr>
            <a:lvl9pPr indent="-285750" lvl="8" marL="4114800" algn="l">
              <a:lnSpc>
                <a:spcPct val="100000"/>
              </a:lnSpc>
              <a:spcBef>
                <a:spcPts val="0"/>
              </a:spcBef>
              <a:spcAft>
                <a:spcPts val="0"/>
              </a:spcAft>
              <a:buSzPts val="900"/>
              <a:buChar char="■"/>
              <a:defRPr/>
            </a:lvl9pPr>
          </a:lstStyle>
          <a:p/>
        </p:txBody>
      </p:sp>
      <p:cxnSp>
        <p:nvCxnSpPr>
          <p:cNvPr id="102" name="Google Shape;102;p12"/>
          <p:cNvCxnSpPr/>
          <p:nvPr/>
        </p:nvCxnSpPr>
        <p:spPr>
          <a:xfrm flipH="1" rot="10800000">
            <a:off x="225750" y="4678950"/>
            <a:ext cx="8692500" cy="5700"/>
          </a:xfrm>
          <a:prstGeom prst="straightConnector1">
            <a:avLst/>
          </a:prstGeom>
          <a:noFill/>
          <a:ln cap="flat" cmpd="sng" w="9525">
            <a:solidFill>
              <a:schemeClr val="dk1"/>
            </a:solidFill>
            <a:prstDash val="solid"/>
            <a:round/>
            <a:headEnd len="sm" w="sm" type="none"/>
            <a:tailEnd len="sm" w="sm" type="none"/>
          </a:ln>
        </p:spPr>
      </p:cxn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image boards vertical">
  <p:cSld name="CUSTOM_1_1_1_1">
    <p:spTree>
      <p:nvGrpSpPr>
        <p:cNvPr id="103" name="Shape 103"/>
        <p:cNvGrpSpPr/>
        <p:nvPr/>
      </p:nvGrpSpPr>
      <p:grpSpPr>
        <a:xfrm>
          <a:off x="0" y="0"/>
          <a:ext cx="0" cy="0"/>
          <a:chOff x="0" y="0"/>
          <a:chExt cx="0" cy="0"/>
        </a:xfrm>
      </p:grpSpPr>
      <p:sp>
        <p:nvSpPr>
          <p:cNvPr id="104" name="Google Shape;104;p13"/>
          <p:cNvSpPr/>
          <p:nvPr>
            <p:ph idx="2" type="pic"/>
          </p:nvPr>
        </p:nvSpPr>
        <p:spPr>
          <a:xfrm>
            <a:off x="3161800" y="164350"/>
            <a:ext cx="2820300" cy="4304700"/>
          </a:xfrm>
          <a:prstGeom prst="rect">
            <a:avLst/>
          </a:prstGeom>
          <a:noFill/>
          <a:ln>
            <a:noFill/>
          </a:ln>
        </p:spPr>
      </p:sp>
      <p:sp>
        <p:nvSpPr>
          <p:cNvPr id="105" name="Google Shape;105;p13"/>
          <p:cNvSpPr/>
          <p:nvPr>
            <p:ph idx="3" type="pic"/>
          </p:nvPr>
        </p:nvSpPr>
        <p:spPr>
          <a:xfrm>
            <a:off x="6095100" y="164350"/>
            <a:ext cx="2820300" cy="4304700"/>
          </a:xfrm>
          <a:prstGeom prst="rect">
            <a:avLst/>
          </a:prstGeom>
          <a:noFill/>
          <a:ln>
            <a:noFill/>
          </a:ln>
        </p:spPr>
      </p:sp>
      <p:sp>
        <p:nvSpPr>
          <p:cNvPr id="106" name="Google Shape;106;p13"/>
          <p:cNvSpPr txBox="1"/>
          <p:nvPr>
            <p:ph idx="12" type="sldNum"/>
          </p:nvPr>
        </p:nvSpPr>
        <p:spPr>
          <a:xfrm>
            <a:off x="7426775" y="4679000"/>
            <a:ext cx="1502400" cy="3243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9pPr>
          </a:lstStyle>
          <a:p>
            <a:pPr indent="0" lvl="0" marL="0" rtl="0" algn="r">
              <a:spcBef>
                <a:spcPts val="0"/>
              </a:spcBef>
              <a:spcAft>
                <a:spcPts val="0"/>
              </a:spcAft>
              <a:buNone/>
            </a:pPr>
            <a:fld id="{00000000-1234-1234-1234-123412341234}" type="slidenum">
              <a:rPr lang="en"/>
              <a:t>‹#›</a:t>
            </a:fld>
            <a:endParaRPr/>
          </a:p>
        </p:txBody>
      </p:sp>
      <p:sp>
        <p:nvSpPr>
          <p:cNvPr id="107" name="Google Shape;107;p13"/>
          <p:cNvSpPr txBox="1"/>
          <p:nvPr>
            <p:ph idx="1" type="subTitle"/>
          </p:nvPr>
        </p:nvSpPr>
        <p:spPr>
          <a:xfrm>
            <a:off x="228600" y="164350"/>
            <a:ext cx="2820300" cy="4293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000"/>
              <a:buNone/>
              <a:defRPr/>
            </a:lvl1pPr>
            <a:lvl2pPr lvl="1" algn="l">
              <a:lnSpc>
                <a:spcPct val="100000"/>
              </a:lnSpc>
              <a:spcBef>
                <a:spcPts val="0"/>
              </a:spcBef>
              <a:spcAft>
                <a:spcPts val="0"/>
              </a:spcAft>
              <a:buSzPts val="2000"/>
              <a:buNone/>
              <a:defRPr/>
            </a:lvl2pPr>
            <a:lvl3pPr lvl="2" algn="l">
              <a:lnSpc>
                <a:spcPct val="100000"/>
              </a:lnSpc>
              <a:spcBef>
                <a:spcPts val="0"/>
              </a:spcBef>
              <a:spcAft>
                <a:spcPts val="0"/>
              </a:spcAft>
              <a:buSzPts val="2000"/>
              <a:buNone/>
              <a:defRPr/>
            </a:lvl3pPr>
            <a:lvl4pPr lvl="3" algn="l">
              <a:lnSpc>
                <a:spcPct val="100000"/>
              </a:lnSpc>
              <a:spcBef>
                <a:spcPts val="0"/>
              </a:spcBef>
              <a:spcAft>
                <a:spcPts val="0"/>
              </a:spcAft>
              <a:buSzPts val="2000"/>
              <a:buNone/>
              <a:defRPr/>
            </a:lvl4pPr>
            <a:lvl5pPr lvl="4" algn="l">
              <a:lnSpc>
                <a:spcPct val="100000"/>
              </a:lnSpc>
              <a:spcBef>
                <a:spcPts val="0"/>
              </a:spcBef>
              <a:spcAft>
                <a:spcPts val="0"/>
              </a:spcAft>
              <a:buSzPts val="2000"/>
              <a:buNone/>
              <a:defRPr/>
            </a:lvl5pPr>
            <a:lvl6pPr lvl="5" algn="l">
              <a:lnSpc>
                <a:spcPct val="100000"/>
              </a:lnSpc>
              <a:spcBef>
                <a:spcPts val="0"/>
              </a:spcBef>
              <a:spcAft>
                <a:spcPts val="0"/>
              </a:spcAft>
              <a:buSzPts val="2000"/>
              <a:buNone/>
              <a:defRPr/>
            </a:lvl6pPr>
            <a:lvl7pPr lvl="6" algn="l">
              <a:lnSpc>
                <a:spcPct val="100000"/>
              </a:lnSpc>
              <a:spcBef>
                <a:spcPts val="0"/>
              </a:spcBef>
              <a:spcAft>
                <a:spcPts val="0"/>
              </a:spcAft>
              <a:buSzPts val="2000"/>
              <a:buNone/>
              <a:defRPr/>
            </a:lvl7pPr>
            <a:lvl8pPr lvl="7" algn="l">
              <a:lnSpc>
                <a:spcPct val="100000"/>
              </a:lnSpc>
              <a:spcBef>
                <a:spcPts val="0"/>
              </a:spcBef>
              <a:spcAft>
                <a:spcPts val="0"/>
              </a:spcAft>
              <a:buSzPts val="2000"/>
              <a:buNone/>
              <a:defRPr/>
            </a:lvl8pPr>
            <a:lvl9pPr lvl="8" algn="l">
              <a:lnSpc>
                <a:spcPct val="100000"/>
              </a:lnSpc>
              <a:spcBef>
                <a:spcPts val="0"/>
              </a:spcBef>
              <a:spcAft>
                <a:spcPts val="0"/>
              </a:spcAft>
              <a:buSzPts val="2000"/>
              <a:buNone/>
              <a:defRPr/>
            </a:lvl9pPr>
          </a:lstStyle>
          <a:p/>
        </p:txBody>
      </p:sp>
      <p:sp>
        <p:nvSpPr>
          <p:cNvPr id="108" name="Google Shape;108;p13"/>
          <p:cNvSpPr txBox="1"/>
          <p:nvPr>
            <p:ph idx="4" type="body"/>
          </p:nvPr>
        </p:nvSpPr>
        <p:spPr>
          <a:xfrm>
            <a:off x="228600" y="4679000"/>
            <a:ext cx="4343400" cy="324300"/>
          </a:xfrm>
          <a:prstGeom prst="rect">
            <a:avLst/>
          </a:prstGeom>
          <a:noFill/>
          <a:ln>
            <a:noFill/>
          </a:ln>
        </p:spPr>
        <p:txBody>
          <a:bodyPr anchorCtr="0" anchor="t" bIns="91425" lIns="91425" spcFirstLastPara="1" rIns="91425" wrap="square" tIns="91425">
            <a:noAutofit/>
          </a:bodyPr>
          <a:lstStyle>
            <a:lvl1pPr indent="-285750" lvl="0" marL="457200" algn="l">
              <a:lnSpc>
                <a:spcPct val="100000"/>
              </a:lnSpc>
              <a:spcBef>
                <a:spcPts val="0"/>
              </a:spcBef>
              <a:spcAft>
                <a:spcPts val="0"/>
              </a:spcAft>
              <a:buSzPts val="900"/>
              <a:buChar char="●"/>
              <a:defRPr/>
            </a:lvl1pPr>
            <a:lvl2pPr indent="-285750" lvl="1" marL="914400" algn="l">
              <a:lnSpc>
                <a:spcPct val="100000"/>
              </a:lnSpc>
              <a:spcBef>
                <a:spcPts val="0"/>
              </a:spcBef>
              <a:spcAft>
                <a:spcPts val="0"/>
              </a:spcAft>
              <a:buSzPts val="900"/>
              <a:buChar char="○"/>
              <a:defRPr/>
            </a:lvl2pPr>
            <a:lvl3pPr indent="-285750" lvl="2" marL="1371600" algn="l">
              <a:lnSpc>
                <a:spcPct val="100000"/>
              </a:lnSpc>
              <a:spcBef>
                <a:spcPts val="0"/>
              </a:spcBef>
              <a:spcAft>
                <a:spcPts val="0"/>
              </a:spcAft>
              <a:buSzPts val="900"/>
              <a:buChar char="■"/>
              <a:defRPr/>
            </a:lvl3pPr>
            <a:lvl4pPr indent="-285750" lvl="3" marL="1828800" algn="l">
              <a:lnSpc>
                <a:spcPct val="100000"/>
              </a:lnSpc>
              <a:spcBef>
                <a:spcPts val="0"/>
              </a:spcBef>
              <a:spcAft>
                <a:spcPts val="0"/>
              </a:spcAft>
              <a:buSzPts val="900"/>
              <a:buChar char="●"/>
              <a:defRPr/>
            </a:lvl4pPr>
            <a:lvl5pPr indent="-285750" lvl="4" marL="2286000" algn="l">
              <a:lnSpc>
                <a:spcPct val="100000"/>
              </a:lnSpc>
              <a:spcBef>
                <a:spcPts val="0"/>
              </a:spcBef>
              <a:spcAft>
                <a:spcPts val="0"/>
              </a:spcAft>
              <a:buSzPts val="900"/>
              <a:buChar char="○"/>
              <a:defRPr/>
            </a:lvl5pPr>
            <a:lvl6pPr indent="-285750" lvl="5" marL="2743200" algn="l">
              <a:lnSpc>
                <a:spcPct val="100000"/>
              </a:lnSpc>
              <a:spcBef>
                <a:spcPts val="0"/>
              </a:spcBef>
              <a:spcAft>
                <a:spcPts val="0"/>
              </a:spcAft>
              <a:buSzPts val="900"/>
              <a:buChar char="■"/>
              <a:defRPr/>
            </a:lvl6pPr>
            <a:lvl7pPr indent="-285750" lvl="6" marL="3200400" algn="l">
              <a:lnSpc>
                <a:spcPct val="100000"/>
              </a:lnSpc>
              <a:spcBef>
                <a:spcPts val="0"/>
              </a:spcBef>
              <a:spcAft>
                <a:spcPts val="0"/>
              </a:spcAft>
              <a:buSzPts val="900"/>
              <a:buChar char="●"/>
              <a:defRPr/>
            </a:lvl7pPr>
            <a:lvl8pPr indent="-285750" lvl="7" marL="3657600" algn="l">
              <a:lnSpc>
                <a:spcPct val="100000"/>
              </a:lnSpc>
              <a:spcBef>
                <a:spcPts val="0"/>
              </a:spcBef>
              <a:spcAft>
                <a:spcPts val="0"/>
              </a:spcAft>
              <a:buSzPts val="900"/>
              <a:buChar char="○"/>
              <a:defRPr/>
            </a:lvl8pPr>
            <a:lvl9pPr indent="-285750" lvl="8" marL="4114800" algn="l">
              <a:lnSpc>
                <a:spcPct val="100000"/>
              </a:lnSpc>
              <a:spcBef>
                <a:spcPts val="0"/>
              </a:spcBef>
              <a:spcAft>
                <a:spcPts val="0"/>
              </a:spcAft>
              <a:buSzPts val="900"/>
              <a:buChar char="■"/>
              <a:defRPr/>
            </a:lvl9pPr>
          </a:lstStyle>
          <a:p/>
        </p:txBody>
      </p:sp>
      <p:sp>
        <p:nvSpPr>
          <p:cNvPr id="109" name="Google Shape;109;p13"/>
          <p:cNvSpPr txBox="1"/>
          <p:nvPr>
            <p:ph idx="5" type="body"/>
          </p:nvPr>
        </p:nvSpPr>
        <p:spPr>
          <a:xfrm>
            <a:off x="228600" y="593650"/>
            <a:ext cx="2171400" cy="892800"/>
          </a:xfrm>
          <a:prstGeom prst="rect">
            <a:avLst/>
          </a:prstGeom>
          <a:noFill/>
          <a:ln>
            <a:noFill/>
          </a:ln>
        </p:spPr>
        <p:txBody>
          <a:bodyPr anchorCtr="0" anchor="t" bIns="91425" lIns="91425" spcFirstLastPara="1" rIns="91425" wrap="square" tIns="91425">
            <a:noAutofit/>
          </a:bodyPr>
          <a:lstStyle>
            <a:lvl1pPr indent="-285750" lvl="0" marL="457200" algn="l">
              <a:lnSpc>
                <a:spcPct val="100000"/>
              </a:lnSpc>
              <a:spcBef>
                <a:spcPts val="0"/>
              </a:spcBef>
              <a:spcAft>
                <a:spcPts val="0"/>
              </a:spcAft>
              <a:buSzPts val="900"/>
              <a:buChar char="●"/>
              <a:defRPr/>
            </a:lvl1pPr>
            <a:lvl2pPr indent="-285750" lvl="1" marL="914400" algn="l">
              <a:lnSpc>
                <a:spcPct val="100000"/>
              </a:lnSpc>
              <a:spcBef>
                <a:spcPts val="0"/>
              </a:spcBef>
              <a:spcAft>
                <a:spcPts val="0"/>
              </a:spcAft>
              <a:buSzPts val="900"/>
              <a:buChar char="○"/>
              <a:defRPr/>
            </a:lvl2pPr>
            <a:lvl3pPr indent="-285750" lvl="2" marL="1371600" algn="l">
              <a:lnSpc>
                <a:spcPct val="100000"/>
              </a:lnSpc>
              <a:spcBef>
                <a:spcPts val="0"/>
              </a:spcBef>
              <a:spcAft>
                <a:spcPts val="0"/>
              </a:spcAft>
              <a:buSzPts val="900"/>
              <a:buChar char="■"/>
              <a:defRPr/>
            </a:lvl3pPr>
            <a:lvl4pPr indent="-285750" lvl="3" marL="1828800" algn="l">
              <a:lnSpc>
                <a:spcPct val="100000"/>
              </a:lnSpc>
              <a:spcBef>
                <a:spcPts val="0"/>
              </a:spcBef>
              <a:spcAft>
                <a:spcPts val="0"/>
              </a:spcAft>
              <a:buSzPts val="900"/>
              <a:buChar char="●"/>
              <a:defRPr/>
            </a:lvl4pPr>
            <a:lvl5pPr indent="-285750" lvl="4" marL="2286000" algn="l">
              <a:lnSpc>
                <a:spcPct val="100000"/>
              </a:lnSpc>
              <a:spcBef>
                <a:spcPts val="0"/>
              </a:spcBef>
              <a:spcAft>
                <a:spcPts val="0"/>
              </a:spcAft>
              <a:buSzPts val="900"/>
              <a:buChar char="○"/>
              <a:defRPr/>
            </a:lvl5pPr>
            <a:lvl6pPr indent="-285750" lvl="5" marL="2743200" algn="l">
              <a:lnSpc>
                <a:spcPct val="100000"/>
              </a:lnSpc>
              <a:spcBef>
                <a:spcPts val="0"/>
              </a:spcBef>
              <a:spcAft>
                <a:spcPts val="0"/>
              </a:spcAft>
              <a:buSzPts val="900"/>
              <a:buChar char="■"/>
              <a:defRPr/>
            </a:lvl6pPr>
            <a:lvl7pPr indent="-285750" lvl="6" marL="3200400" algn="l">
              <a:lnSpc>
                <a:spcPct val="100000"/>
              </a:lnSpc>
              <a:spcBef>
                <a:spcPts val="0"/>
              </a:spcBef>
              <a:spcAft>
                <a:spcPts val="0"/>
              </a:spcAft>
              <a:buSzPts val="900"/>
              <a:buChar char="●"/>
              <a:defRPr/>
            </a:lvl7pPr>
            <a:lvl8pPr indent="-285750" lvl="7" marL="3657600" algn="l">
              <a:lnSpc>
                <a:spcPct val="100000"/>
              </a:lnSpc>
              <a:spcBef>
                <a:spcPts val="0"/>
              </a:spcBef>
              <a:spcAft>
                <a:spcPts val="0"/>
              </a:spcAft>
              <a:buSzPts val="900"/>
              <a:buChar char="○"/>
              <a:defRPr/>
            </a:lvl8pPr>
            <a:lvl9pPr indent="-285750" lvl="8" marL="4114800" algn="l">
              <a:lnSpc>
                <a:spcPct val="100000"/>
              </a:lnSpc>
              <a:spcBef>
                <a:spcPts val="0"/>
              </a:spcBef>
              <a:spcAft>
                <a:spcPts val="0"/>
              </a:spcAft>
              <a:buSzPts val="900"/>
              <a:buChar char="■"/>
              <a:defRPr/>
            </a:lvl9pPr>
          </a:lstStyle>
          <a:p/>
        </p:txBody>
      </p:sp>
      <p:cxnSp>
        <p:nvCxnSpPr>
          <p:cNvPr id="110" name="Google Shape;110;p13"/>
          <p:cNvCxnSpPr/>
          <p:nvPr/>
        </p:nvCxnSpPr>
        <p:spPr>
          <a:xfrm flipH="1" rot="10800000">
            <a:off x="225750" y="4678950"/>
            <a:ext cx="8692500" cy="5700"/>
          </a:xfrm>
          <a:prstGeom prst="straightConnector1">
            <a:avLst/>
          </a:prstGeom>
          <a:noFill/>
          <a:ln cap="flat" cmpd="sng" w="9525">
            <a:solidFill>
              <a:schemeClr val="dk1"/>
            </a:solidFill>
            <a:prstDash val="solid"/>
            <a:round/>
            <a:headEnd len="sm" w="sm" type="none"/>
            <a:tailEnd len="sm" w="sm" type="none"/>
          </a:ln>
        </p:spPr>
      </p:cxn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square image board">
  <p:cSld name="CUSTOM_1_1_1_1_1">
    <p:spTree>
      <p:nvGrpSpPr>
        <p:cNvPr id="111" name="Shape 111"/>
        <p:cNvGrpSpPr/>
        <p:nvPr/>
      </p:nvGrpSpPr>
      <p:grpSpPr>
        <a:xfrm>
          <a:off x="0" y="0"/>
          <a:ext cx="0" cy="0"/>
          <a:chOff x="0" y="0"/>
          <a:chExt cx="0" cy="0"/>
        </a:xfrm>
      </p:grpSpPr>
      <p:sp>
        <p:nvSpPr>
          <p:cNvPr id="112" name="Google Shape;112;p14"/>
          <p:cNvSpPr/>
          <p:nvPr>
            <p:ph idx="2" type="pic"/>
          </p:nvPr>
        </p:nvSpPr>
        <p:spPr>
          <a:xfrm>
            <a:off x="4569950" y="164350"/>
            <a:ext cx="4343100" cy="4304700"/>
          </a:xfrm>
          <a:prstGeom prst="rect">
            <a:avLst/>
          </a:prstGeom>
          <a:noFill/>
          <a:ln>
            <a:noFill/>
          </a:ln>
        </p:spPr>
      </p:sp>
      <p:sp>
        <p:nvSpPr>
          <p:cNvPr id="113" name="Google Shape;113;p14"/>
          <p:cNvSpPr txBox="1"/>
          <p:nvPr>
            <p:ph idx="12" type="sldNum"/>
          </p:nvPr>
        </p:nvSpPr>
        <p:spPr>
          <a:xfrm>
            <a:off x="7426775" y="4679000"/>
            <a:ext cx="1502400" cy="3243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9pPr>
          </a:lstStyle>
          <a:p>
            <a:pPr indent="0" lvl="0" marL="0" rtl="0" algn="r">
              <a:spcBef>
                <a:spcPts val="0"/>
              </a:spcBef>
              <a:spcAft>
                <a:spcPts val="0"/>
              </a:spcAft>
              <a:buNone/>
            </a:pPr>
            <a:fld id="{00000000-1234-1234-1234-123412341234}" type="slidenum">
              <a:rPr lang="en"/>
              <a:t>‹#›</a:t>
            </a:fld>
            <a:endParaRPr/>
          </a:p>
        </p:txBody>
      </p:sp>
      <p:sp>
        <p:nvSpPr>
          <p:cNvPr id="114" name="Google Shape;114;p14"/>
          <p:cNvSpPr txBox="1"/>
          <p:nvPr>
            <p:ph idx="1" type="subTitle"/>
          </p:nvPr>
        </p:nvSpPr>
        <p:spPr>
          <a:xfrm>
            <a:off x="228600" y="164350"/>
            <a:ext cx="2820300" cy="4293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000"/>
              <a:buNone/>
              <a:defRPr/>
            </a:lvl1pPr>
            <a:lvl2pPr lvl="1" algn="l">
              <a:lnSpc>
                <a:spcPct val="100000"/>
              </a:lnSpc>
              <a:spcBef>
                <a:spcPts val="0"/>
              </a:spcBef>
              <a:spcAft>
                <a:spcPts val="0"/>
              </a:spcAft>
              <a:buSzPts val="2000"/>
              <a:buNone/>
              <a:defRPr/>
            </a:lvl2pPr>
            <a:lvl3pPr lvl="2" algn="l">
              <a:lnSpc>
                <a:spcPct val="100000"/>
              </a:lnSpc>
              <a:spcBef>
                <a:spcPts val="0"/>
              </a:spcBef>
              <a:spcAft>
                <a:spcPts val="0"/>
              </a:spcAft>
              <a:buSzPts val="2000"/>
              <a:buNone/>
              <a:defRPr/>
            </a:lvl3pPr>
            <a:lvl4pPr lvl="3" algn="l">
              <a:lnSpc>
                <a:spcPct val="100000"/>
              </a:lnSpc>
              <a:spcBef>
                <a:spcPts val="0"/>
              </a:spcBef>
              <a:spcAft>
                <a:spcPts val="0"/>
              </a:spcAft>
              <a:buSzPts val="2000"/>
              <a:buNone/>
              <a:defRPr/>
            </a:lvl4pPr>
            <a:lvl5pPr lvl="4" algn="l">
              <a:lnSpc>
                <a:spcPct val="100000"/>
              </a:lnSpc>
              <a:spcBef>
                <a:spcPts val="0"/>
              </a:spcBef>
              <a:spcAft>
                <a:spcPts val="0"/>
              </a:spcAft>
              <a:buSzPts val="2000"/>
              <a:buNone/>
              <a:defRPr/>
            </a:lvl5pPr>
            <a:lvl6pPr lvl="5" algn="l">
              <a:lnSpc>
                <a:spcPct val="100000"/>
              </a:lnSpc>
              <a:spcBef>
                <a:spcPts val="0"/>
              </a:spcBef>
              <a:spcAft>
                <a:spcPts val="0"/>
              </a:spcAft>
              <a:buSzPts val="2000"/>
              <a:buNone/>
              <a:defRPr/>
            </a:lvl6pPr>
            <a:lvl7pPr lvl="6" algn="l">
              <a:lnSpc>
                <a:spcPct val="100000"/>
              </a:lnSpc>
              <a:spcBef>
                <a:spcPts val="0"/>
              </a:spcBef>
              <a:spcAft>
                <a:spcPts val="0"/>
              </a:spcAft>
              <a:buSzPts val="2000"/>
              <a:buNone/>
              <a:defRPr/>
            </a:lvl7pPr>
            <a:lvl8pPr lvl="7" algn="l">
              <a:lnSpc>
                <a:spcPct val="100000"/>
              </a:lnSpc>
              <a:spcBef>
                <a:spcPts val="0"/>
              </a:spcBef>
              <a:spcAft>
                <a:spcPts val="0"/>
              </a:spcAft>
              <a:buSzPts val="2000"/>
              <a:buNone/>
              <a:defRPr/>
            </a:lvl8pPr>
            <a:lvl9pPr lvl="8" algn="l">
              <a:lnSpc>
                <a:spcPct val="100000"/>
              </a:lnSpc>
              <a:spcBef>
                <a:spcPts val="0"/>
              </a:spcBef>
              <a:spcAft>
                <a:spcPts val="0"/>
              </a:spcAft>
              <a:buSzPts val="2000"/>
              <a:buNone/>
              <a:defRPr/>
            </a:lvl9pPr>
          </a:lstStyle>
          <a:p/>
        </p:txBody>
      </p:sp>
      <p:sp>
        <p:nvSpPr>
          <p:cNvPr id="115" name="Google Shape;115;p14"/>
          <p:cNvSpPr txBox="1"/>
          <p:nvPr>
            <p:ph idx="3" type="body"/>
          </p:nvPr>
        </p:nvSpPr>
        <p:spPr>
          <a:xfrm>
            <a:off x="228600" y="4679000"/>
            <a:ext cx="4343400" cy="324300"/>
          </a:xfrm>
          <a:prstGeom prst="rect">
            <a:avLst/>
          </a:prstGeom>
          <a:noFill/>
          <a:ln>
            <a:noFill/>
          </a:ln>
        </p:spPr>
        <p:txBody>
          <a:bodyPr anchorCtr="0" anchor="t" bIns="91425" lIns="91425" spcFirstLastPara="1" rIns="91425" wrap="square" tIns="91425">
            <a:noAutofit/>
          </a:bodyPr>
          <a:lstStyle>
            <a:lvl1pPr indent="-285750" lvl="0" marL="457200" algn="l">
              <a:lnSpc>
                <a:spcPct val="100000"/>
              </a:lnSpc>
              <a:spcBef>
                <a:spcPts val="0"/>
              </a:spcBef>
              <a:spcAft>
                <a:spcPts val="0"/>
              </a:spcAft>
              <a:buSzPts val="900"/>
              <a:buChar char="●"/>
              <a:defRPr/>
            </a:lvl1pPr>
            <a:lvl2pPr indent="-285750" lvl="1" marL="914400" algn="l">
              <a:lnSpc>
                <a:spcPct val="100000"/>
              </a:lnSpc>
              <a:spcBef>
                <a:spcPts val="0"/>
              </a:spcBef>
              <a:spcAft>
                <a:spcPts val="0"/>
              </a:spcAft>
              <a:buSzPts val="900"/>
              <a:buChar char="○"/>
              <a:defRPr/>
            </a:lvl2pPr>
            <a:lvl3pPr indent="-285750" lvl="2" marL="1371600" algn="l">
              <a:lnSpc>
                <a:spcPct val="100000"/>
              </a:lnSpc>
              <a:spcBef>
                <a:spcPts val="0"/>
              </a:spcBef>
              <a:spcAft>
                <a:spcPts val="0"/>
              </a:spcAft>
              <a:buSzPts val="900"/>
              <a:buChar char="■"/>
              <a:defRPr/>
            </a:lvl3pPr>
            <a:lvl4pPr indent="-285750" lvl="3" marL="1828800" algn="l">
              <a:lnSpc>
                <a:spcPct val="100000"/>
              </a:lnSpc>
              <a:spcBef>
                <a:spcPts val="0"/>
              </a:spcBef>
              <a:spcAft>
                <a:spcPts val="0"/>
              </a:spcAft>
              <a:buSzPts val="900"/>
              <a:buChar char="●"/>
              <a:defRPr/>
            </a:lvl4pPr>
            <a:lvl5pPr indent="-285750" lvl="4" marL="2286000" algn="l">
              <a:lnSpc>
                <a:spcPct val="100000"/>
              </a:lnSpc>
              <a:spcBef>
                <a:spcPts val="0"/>
              </a:spcBef>
              <a:spcAft>
                <a:spcPts val="0"/>
              </a:spcAft>
              <a:buSzPts val="900"/>
              <a:buChar char="○"/>
              <a:defRPr/>
            </a:lvl5pPr>
            <a:lvl6pPr indent="-285750" lvl="5" marL="2743200" algn="l">
              <a:lnSpc>
                <a:spcPct val="100000"/>
              </a:lnSpc>
              <a:spcBef>
                <a:spcPts val="0"/>
              </a:spcBef>
              <a:spcAft>
                <a:spcPts val="0"/>
              </a:spcAft>
              <a:buSzPts val="900"/>
              <a:buChar char="■"/>
              <a:defRPr/>
            </a:lvl6pPr>
            <a:lvl7pPr indent="-285750" lvl="6" marL="3200400" algn="l">
              <a:lnSpc>
                <a:spcPct val="100000"/>
              </a:lnSpc>
              <a:spcBef>
                <a:spcPts val="0"/>
              </a:spcBef>
              <a:spcAft>
                <a:spcPts val="0"/>
              </a:spcAft>
              <a:buSzPts val="900"/>
              <a:buChar char="●"/>
              <a:defRPr/>
            </a:lvl7pPr>
            <a:lvl8pPr indent="-285750" lvl="7" marL="3657600" algn="l">
              <a:lnSpc>
                <a:spcPct val="100000"/>
              </a:lnSpc>
              <a:spcBef>
                <a:spcPts val="0"/>
              </a:spcBef>
              <a:spcAft>
                <a:spcPts val="0"/>
              </a:spcAft>
              <a:buSzPts val="900"/>
              <a:buChar char="○"/>
              <a:defRPr/>
            </a:lvl8pPr>
            <a:lvl9pPr indent="-285750" lvl="8" marL="4114800" algn="l">
              <a:lnSpc>
                <a:spcPct val="100000"/>
              </a:lnSpc>
              <a:spcBef>
                <a:spcPts val="0"/>
              </a:spcBef>
              <a:spcAft>
                <a:spcPts val="0"/>
              </a:spcAft>
              <a:buSzPts val="900"/>
              <a:buChar char="■"/>
              <a:defRPr/>
            </a:lvl9pPr>
          </a:lstStyle>
          <a:p/>
        </p:txBody>
      </p:sp>
      <p:sp>
        <p:nvSpPr>
          <p:cNvPr id="116" name="Google Shape;116;p14"/>
          <p:cNvSpPr txBox="1"/>
          <p:nvPr>
            <p:ph idx="4" type="body"/>
          </p:nvPr>
        </p:nvSpPr>
        <p:spPr>
          <a:xfrm>
            <a:off x="228600" y="593650"/>
            <a:ext cx="2171400" cy="892800"/>
          </a:xfrm>
          <a:prstGeom prst="rect">
            <a:avLst/>
          </a:prstGeom>
          <a:noFill/>
          <a:ln>
            <a:noFill/>
          </a:ln>
        </p:spPr>
        <p:txBody>
          <a:bodyPr anchorCtr="0" anchor="t" bIns="91425" lIns="91425" spcFirstLastPara="1" rIns="91425" wrap="square" tIns="91425">
            <a:noAutofit/>
          </a:bodyPr>
          <a:lstStyle>
            <a:lvl1pPr indent="-285750" lvl="0" marL="457200" algn="l">
              <a:lnSpc>
                <a:spcPct val="100000"/>
              </a:lnSpc>
              <a:spcBef>
                <a:spcPts val="0"/>
              </a:spcBef>
              <a:spcAft>
                <a:spcPts val="0"/>
              </a:spcAft>
              <a:buSzPts val="900"/>
              <a:buChar char="●"/>
              <a:defRPr/>
            </a:lvl1pPr>
            <a:lvl2pPr indent="-285750" lvl="1" marL="914400" algn="l">
              <a:lnSpc>
                <a:spcPct val="100000"/>
              </a:lnSpc>
              <a:spcBef>
                <a:spcPts val="0"/>
              </a:spcBef>
              <a:spcAft>
                <a:spcPts val="0"/>
              </a:spcAft>
              <a:buSzPts val="900"/>
              <a:buChar char="○"/>
              <a:defRPr/>
            </a:lvl2pPr>
            <a:lvl3pPr indent="-285750" lvl="2" marL="1371600" algn="l">
              <a:lnSpc>
                <a:spcPct val="100000"/>
              </a:lnSpc>
              <a:spcBef>
                <a:spcPts val="0"/>
              </a:spcBef>
              <a:spcAft>
                <a:spcPts val="0"/>
              </a:spcAft>
              <a:buSzPts val="900"/>
              <a:buChar char="■"/>
              <a:defRPr/>
            </a:lvl3pPr>
            <a:lvl4pPr indent="-285750" lvl="3" marL="1828800" algn="l">
              <a:lnSpc>
                <a:spcPct val="100000"/>
              </a:lnSpc>
              <a:spcBef>
                <a:spcPts val="0"/>
              </a:spcBef>
              <a:spcAft>
                <a:spcPts val="0"/>
              </a:spcAft>
              <a:buSzPts val="900"/>
              <a:buChar char="●"/>
              <a:defRPr/>
            </a:lvl4pPr>
            <a:lvl5pPr indent="-285750" lvl="4" marL="2286000" algn="l">
              <a:lnSpc>
                <a:spcPct val="100000"/>
              </a:lnSpc>
              <a:spcBef>
                <a:spcPts val="0"/>
              </a:spcBef>
              <a:spcAft>
                <a:spcPts val="0"/>
              </a:spcAft>
              <a:buSzPts val="900"/>
              <a:buChar char="○"/>
              <a:defRPr/>
            </a:lvl5pPr>
            <a:lvl6pPr indent="-285750" lvl="5" marL="2743200" algn="l">
              <a:lnSpc>
                <a:spcPct val="100000"/>
              </a:lnSpc>
              <a:spcBef>
                <a:spcPts val="0"/>
              </a:spcBef>
              <a:spcAft>
                <a:spcPts val="0"/>
              </a:spcAft>
              <a:buSzPts val="900"/>
              <a:buChar char="■"/>
              <a:defRPr/>
            </a:lvl6pPr>
            <a:lvl7pPr indent="-285750" lvl="6" marL="3200400" algn="l">
              <a:lnSpc>
                <a:spcPct val="100000"/>
              </a:lnSpc>
              <a:spcBef>
                <a:spcPts val="0"/>
              </a:spcBef>
              <a:spcAft>
                <a:spcPts val="0"/>
              </a:spcAft>
              <a:buSzPts val="900"/>
              <a:buChar char="●"/>
              <a:defRPr/>
            </a:lvl7pPr>
            <a:lvl8pPr indent="-285750" lvl="7" marL="3657600" algn="l">
              <a:lnSpc>
                <a:spcPct val="100000"/>
              </a:lnSpc>
              <a:spcBef>
                <a:spcPts val="0"/>
              </a:spcBef>
              <a:spcAft>
                <a:spcPts val="0"/>
              </a:spcAft>
              <a:buSzPts val="900"/>
              <a:buChar char="○"/>
              <a:defRPr/>
            </a:lvl8pPr>
            <a:lvl9pPr indent="-285750" lvl="8" marL="4114800" algn="l">
              <a:lnSpc>
                <a:spcPct val="100000"/>
              </a:lnSpc>
              <a:spcBef>
                <a:spcPts val="0"/>
              </a:spcBef>
              <a:spcAft>
                <a:spcPts val="0"/>
              </a:spcAft>
              <a:buSzPts val="900"/>
              <a:buChar char="■"/>
              <a:defRPr/>
            </a:lvl9pPr>
          </a:lstStyle>
          <a:p/>
        </p:txBody>
      </p:sp>
      <p:cxnSp>
        <p:nvCxnSpPr>
          <p:cNvPr id="117" name="Google Shape;117;p14"/>
          <p:cNvCxnSpPr/>
          <p:nvPr/>
        </p:nvCxnSpPr>
        <p:spPr>
          <a:xfrm flipH="1" rot="10800000">
            <a:off x="225750" y="4678950"/>
            <a:ext cx="8692500" cy="5700"/>
          </a:xfrm>
          <a:prstGeom prst="straightConnector1">
            <a:avLst/>
          </a:prstGeom>
          <a:noFill/>
          <a:ln cap="flat" cmpd="sng" w="9525">
            <a:solidFill>
              <a:schemeClr val="dk1"/>
            </a:solidFill>
            <a:prstDash val="solid"/>
            <a:round/>
            <a:headEnd len="sm" w="sm" type="none"/>
            <a:tailEnd len="sm" w="sm" type="none"/>
          </a:ln>
        </p:spPr>
      </p:cxn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landscape image board">
  <p:cSld name="CUSTOM_1_1_1_1_1_1">
    <p:spTree>
      <p:nvGrpSpPr>
        <p:cNvPr id="118" name="Shape 118"/>
        <p:cNvGrpSpPr/>
        <p:nvPr/>
      </p:nvGrpSpPr>
      <p:grpSpPr>
        <a:xfrm>
          <a:off x="0" y="0"/>
          <a:ext cx="0" cy="0"/>
          <a:chOff x="0" y="0"/>
          <a:chExt cx="0" cy="0"/>
        </a:xfrm>
      </p:grpSpPr>
      <p:sp>
        <p:nvSpPr>
          <p:cNvPr id="119" name="Google Shape;119;p15"/>
          <p:cNvSpPr/>
          <p:nvPr>
            <p:ph idx="2" type="pic"/>
          </p:nvPr>
        </p:nvSpPr>
        <p:spPr>
          <a:xfrm>
            <a:off x="3161800" y="164350"/>
            <a:ext cx="5751300" cy="4304700"/>
          </a:xfrm>
          <a:prstGeom prst="rect">
            <a:avLst/>
          </a:prstGeom>
          <a:noFill/>
          <a:ln>
            <a:noFill/>
          </a:ln>
        </p:spPr>
      </p:sp>
      <p:sp>
        <p:nvSpPr>
          <p:cNvPr id="120" name="Google Shape;120;p15"/>
          <p:cNvSpPr txBox="1"/>
          <p:nvPr>
            <p:ph idx="12" type="sldNum"/>
          </p:nvPr>
        </p:nvSpPr>
        <p:spPr>
          <a:xfrm>
            <a:off x="7426775" y="4679000"/>
            <a:ext cx="1502400" cy="3243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9pPr>
          </a:lstStyle>
          <a:p>
            <a:pPr indent="0" lvl="0" marL="0" rtl="0" algn="r">
              <a:spcBef>
                <a:spcPts val="0"/>
              </a:spcBef>
              <a:spcAft>
                <a:spcPts val="0"/>
              </a:spcAft>
              <a:buNone/>
            </a:pPr>
            <a:fld id="{00000000-1234-1234-1234-123412341234}" type="slidenum">
              <a:rPr lang="en"/>
              <a:t>‹#›</a:t>
            </a:fld>
            <a:endParaRPr/>
          </a:p>
        </p:txBody>
      </p:sp>
      <p:sp>
        <p:nvSpPr>
          <p:cNvPr id="121" name="Google Shape;121;p15"/>
          <p:cNvSpPr txBox="1"/>
          <p:nvPr>
            <p:ph idx="1" type="subTitle"/>
          </p:nvPr>
        </p:nvSpPr>
        <p:spPr>
          <a:xfrm>
            <a:off x="228600" y="3290275"/>
            <a:ext cx="2820300" cy="4293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000"/>
              <a:buNone/>
              <a:defRPr/>
            </a:lvl1pPr>
            <a:lvl2pPr lvl="1" algn="l">
              <a:lnSpc>
                <a:spcPct val="100000"/>
              </a:lnSpc>
              <a:spcBef>
                <a:spcPts val="0"/>
              </a:spcBef>
              <a:spcAft>
                <a:spcPts val="0"/>
              </a:spcAft>
              <a:buSzPts val="2000"/>
              <a:buNone/>
              <a:defRPr/>
            </a:lvl2pPr>
            <a:lvl3pPr lvl="2" algn="l">
              <a:lnSpc>
                <a:spcPct val="100000"/>
              </a:lnSpc>
              <a:spcBef>
                <a:spcPts val="0"/>
              </a:spcBef>
              <a:spcAft>
                <a:spcPts val="0"/>
              </a:spcAft>
              <a:buSzPts val="2000"/>
              <a:buNone/>
              <a:defRPr/>
            </a:lvl3pPr>
            <a:lvl4pPr lvl="3" algn="l">
              <a:lnSpc>
                <a:spcPct val="100000"/>
              </a:lnSpc>
              <a:spcBef>
                <a:spcPts val="0"/>
              </a:spcBef>
              <a:spcAft>
                <a:spcPts val="0"/>
              </a:spcAft>
              <a:buSzPts val="2000"/>
              <a:buNone/>
              <a:defRPr/>
            </a:lvl4pPr>
            <a:lvl5pPr lvl="4" algn="l">
              <a:lnSpc>
                <a:spcPct val="100000"/>
              </a:lnSpc>
              <a:spcBef>
                <a:spcPts val="0"/>
              </a:spcBef>
              <a:spcAft>
                <a:spcPts val="0"/>
              </a:spcAft>
              <a:buSzPts val="2000"/>
              <a:buNone/>
              <a:defRPr/>
            </a:lvl5pPr>
            <a:lvl6pPr lvl="5" algn="l">
              <a:lnSpc>
                <a:spcPct val="100000"/>
              </a:lnSpc>
              <a:spcBef>
                <a:spcPts val="0"/>
              </a:spcBef>
              <a:spcAft>
                <a:spcPts val="0"/>
              </a:spcAft>
              <a:buSzPts val="2000"/>
              <a:buNone/>
              <a:defRPr/>
            </a:lvl6pPr>
            <a:lvl7pPr lvl="6" algn="l">
              <a:lnSpc>
                <a:spcPct val="100000"/>
              </a:lnSpc>
              <a:spcBef>
                <a:spcPts val="0"/>
              </a:spcBef>
              <a:spcAft>
                <a:spcPts val="0"/>
              </a:spcAft>
              <a:buSzPts val="2000"/>
              <a:buNone/>
              <a:defRPr/>
            </a:lvl7pPr>
            <a:lvl8pPr lvl="7" algn="l">
              <a:lnSpc>
                <a:spcPct val="100000"/>
              </a:lnSpc>
              <a:spcBef>
                <a:spcPts val="0"/>
              </a:spcBef>
              <a:spcAft>
                <a:spcPts val="0"/>
              </a:spcAft>
              <a:buSzPts val="2000"/>
              <a:buNone/>
              <a:defRPr/>
            </a:lvl8pPr>
            <a:lvl9pPr lvl="8" algn="l">
              <a:lnSpc>
                <a:spcPct val="100000"/>
              </a:lnSpc>
              <a:spcBef>
                <a:spcPts val="0"/>
              </a:spcBef>
              <a:spcAft>
                <a:spcPts val="0"/>
              </a:spcAft>
              <a:buSzPts val="2000"/>
              <a:buNone/>
              <a:defRPr/>
            </a:lvl9pPr>
          </a:lstStyle>
          <a:p/>
        </p:txBody>
      </p:sp>
      <p:sp>
        <p:nvSpPr>
          <p:cNvPr id="122" name="Google Shape;122;p15"/>
          <p:cNvSpPr txBox="1"/>
          <p:nvPr>
            <p:ph idx="3" type="body"/>
          </p:nvPr>
        </p:nvSpPr>
        <p:spPr>
          <a:xfrm>
            <a:off x="228600" y="4679000"/>
            <a:ext cx="4343400" cy="324300"/>
          </a:xfrm>
          <a:prstGeom prst="rect">
            <a:avLst/>
          </a:prstGeom>
          <a:noFill/>
          <a:ln>
            <a:noFill/>
          </a:ln>
        </p:spPr>
        <p:txBody>
          <a:bodyPr anchorCtr="0" anchor="t" bIns="91425" lIns="91425" spcFirstLastPara="1" rIns="91425" wrap="square" tIns="91425">
            <a:noAutofit/>
          </a:bodyPr>
          <a:lstStyle>
            <a:lvl1pPr indent="-285750" lvl="0" marL="457200" algn="l">
              <a:lnSpc>
                <a:spcPct val="100000"/>
              </a:lnSpc>
              <a:spcBef>
                <a:spcPts val="0"/>
              </a:spcBef>
              <a:spcAft>
                <a:spcPts val="0"/>
              </a:spcAft>
              <a:buSzPts val="900"/>
              <a:buChar char="●"/>
              <a:defRPr/>
            </a:lvl1pPr>
            <a:lvl2pPr indent="-285750" lvl="1" marL="914400" algn="l">
              <a:lnSpc>
                <a:spcPct val="100000"/>
              </a:lnSpc>
              <a:spcBef>
                <a:spcPts val="0"/>
              </a:spcBef>
              <a:spcAft>
                <a:spcPts val="0"/>
              </a:spcAft>
              <a:buSzPts val="900"/>
              <a:buChar char="○"/>
              <a:defRPr/>
            </a:lvl2pPr>
            <a:lvl3pPr indent="-285750" lvl="2" marL="1371600" algn="l">
              <a:lnSpc>
                <a:spcPct val="100000"/>
              </a:lnSpc>
              <a:spcBef>
                <a:spcPts val="0"/>
              </a:spcBef>
              <a:spcAft>
                <a:spcPts val="0"/>
              </a:spcAft>
              <a:buSzPts val="900"/>
              <a:buChar char="■"/>
              <a:defRPr/>
            </a:lvl3pPr>
            <a:lvl4pPr indent="-285750" lvl="3" marL="1828800" algn="l">
              <a:lnSpc>
                <a:spcPct val="100000"/>
              </a:lnSpc>
              <a:spcBef>
                <a:spcPts val="0"/>
              </a:spcBef>
              <a:spcAft>
                <a:spcPts val="0"/>
              </a:spcAft>
              <a:buSzPts val="900"/>
              <a:buChar char="●"/>
              <a:defRPr/>
            </a:lvl4pPr>
            <a:lvl5pPr indent="-285750" lvl="4" marL="2286000" algn="l">
              <a:lnSpc>
                <a:spcPct val="100000"/>
              </a:lnSpc>
              <a:spcBef>
                <a:spcPts val="0"/>
              </a:spcBef>
              <a:spcAft>
                <a:spcPts val="0"/>
              </a:spcAft>
              <a:buSzPts val="900"/>
              <a:buChar char="○"/>
              <a:defRPr/>
            </a:lvl5pPr>
            <a:lvl6pPr indent="-285750" lvl="5" marL="2743200" algn="l">
              <a:lnSpc>
                <a:spcPct val="100000"/>
              </a:lnSpc>
              <a:spcBef>
                <a:spcPts val="0"/>
              </a:spcBef>
              <a:spcAft>
                <a:spcPts val="0"/>
              </a:spcAft>
              <a:buSzPts val="900"/>
              <a:buChar char="■"/>
              <a:defRPr/>
            </a:lvl6pPr>
            <a:lvl7pPr indent="-285750" lvl="6" marL="3200400" algn="l">
              <a:lnSpc>
                <a:spcPct val="100000"/>
              </a:lnSpc>
              <a:spcBef>
                <a:spcPts val="0"/>
              </a:spcBef>
              <a:spcAft>
                <a:spcPts val="0"/>
              </a:spcAft>
              <a:buSzPts val="900"/>
              <a:buChar char="●"/>
              <a:defRPr/>
            </a:lvl7pPr>
            <a:lvl8pPr indent="-285750" lvl="7" marL="3657600" algn="l">
              <a:lnSpc>
                <a:spcPct val="100000"/>
              </a:lnSpc>
              <a:spcBef>
                <a:spcPts val="0"/>
              </a:spcBef>
              <a:spcAft>
                <a:spcPts val="0"/>
              </a:spcAft>
              <a:buSzPts val="900"/>
              <a:buChar char="○"/>
              <a:defRPr/>
            </a:lvl8pPr>
            <a:lvl9pPr indent="-285750" lvl="8" marL="4114800" algn="l">
              <a:lnSpc>
                <a:spcPct val="100000"/>
              </a:lnSpc>
              <a:spcBef>
                <a:spcPts val="0"/>
              </a:spcBef>
              <a:spcAft>
                <a:spcPts val="0"/>
              </a:spcAft>
              <a:buSzPts val="900"/>
              <a:buChar char="■"/>
              <a:defRPr/>
            </a:lvl9pPr>
          </a:lstStyle>
          <a:p/>
        </p:txBody>
      </p:sp>
      <p:sp>
        <p:nvSpPr>
          <p:cNvPr id="123" name="Google Shape;123;p15"/>
          <p:cNvSpPr txBox="1"/>
          <p:nvPr>
            <p:ph idx="4" type="body"/>
          </p:nvPr>
        </p:nvSpPr>
        <p:spPr>
          <a:xfrm>
            <a:off x="228600" y="3719575"/>
            <a:ext cx="2171400" cy="749400"/>
          </a:xfrm>
          <a:prstGeom prst="rect">
            <a:avLst/>
          </a:prstGeom>
          <a:noFill/>
          <a:ln>
            <a:noFill/>
          </a:ln>
        </p:spPr>
        <p:txBody>
          <a:bodyPr anchorCtr="0" anchor="t" bIns="91425" lIns="91425" spcFirstLastPara="1" rIns="91425" wrap="square" tIns="91425">
            <a:noAutofit/>
          </a:bodyPr>
          <a:lstStyle>
            <a:lvl1pPr indent="-285750" lvl="0" marL="457200" algn="l">
              <a:lnSpc>
                <a:spcPct val="100000"/>
              </a:lnSpc>
              <a:spcBef>
                <a:spcPts val="0"/>
              </a:spcBef>
              <a:spcAft>
                <a:spcPts val="0"/>
              </a:spcAft>
              <a:buSzPts val="900"/>
              <a:buChar char="●"/>
              <a:defRPr/>
            </a:lvl1pPr>
            <a:lvl2pPr indent="-285750" lvl="1" marL="914400" algn="l">
              <a:lnSpc>
                <a:spcPct val="100000"/>
              </a:lnSpc>
              <a:spcBef>
                <a:spcPts val="0"/>
              </a:spcBef>
              <a:spcAft>
                <a:spcPts val="0"/>
              </a:spcAft>
              <a:buSzPts val="900"/>
              <a:buChar char="○"/>
              <a:defRPr/>
            </a:lvl2pPr>
            <a:lvl3pPr indent="-285750" lvl="2" marL="1371600" algn="l">
              <a:lnSpc>
                <a:spcPct val="100000"/>
              </a:lnSpc>
              <a:spcBef>
                <a:spcPts val="0"/>
              </a:spcBef>
              <a:spcAft>
                <a:spcPts val="0"/>
              </a:spcAft>
              <a:buSzPts val="900"/>
              <a:buChar char="■"/>
              <a:defRPr/>
            </a:lvl3pPr>
            <a:lvl4pPr indent="-285750" lvl="3" marL="1828800" algn="l">
              <a:lnSpc>
                <a:spcPct val="100000"/>
              </a:lnSpc>
              <a:spcBef>
                <a:spcPts val="0"/>
              </a:spcBef>
              <a:spcAft>
                <a:spcPts val="0"/>
              </a:spcAft>
              <a:buSzPts val="900"/>
              <a:buChar char="●"/>
              <a:defRPr/>
            </a:lvl4pPr>
            <a:lvl5pPr indent="-285750" lvl="4" marL="2286000" algn="l">
              <a:lnSpc>
                <a:spcPct val="100000"/>
              </a:lnSpc>
              <a:spcBef>
                <a:spcPts val="0"/>
              </a:spcBef>
              <a:spcAft>
                <a:spcPts val="0"/>
              </a:spcAft>
              <a:buSzPts val="900"/>
              <a:buChar char="○"/>
              <a:defRPr/>
            </a:lvl5pPr>
            <a:lvl6pPr indent="-285750" lvl="5" marL="2743200" algn="l">
              <a:lnSpc>
                <a:spcPct val="100000"/>
              </a:lnSpc>
              <a:spcBef>
                <a:spcPts val="0"/>
              </a:spcBef>
              <a:spcAft>
                <a:spcPts val="0"/>
              </a:spcAft>
              <a:buSzPts val="900"/>
              <a:buChar char="■"/>
              <a:defRPr/>
            </a:lvl6pPr>
            <a:lvl7pPr indent="-285750" lvl="6" marL="3200400" algn="l">
              <a:lnSpc>
                <a:spcPct val="100000"/>
              </a:lnSpc>
              <a:spcBef>
                <a:spcPts val="0"/>
              </a:spcBef>
              <a:spcAft>
                <a:spcPts val="0"/>
              </a:spcAft>
              <a:buSzPts val="900"/>
              <a:buChar char="●"/>
              <a:defRPr/>
            </a:lvl7pPr>
            <a:lvl8pPr indent="-285750" lvl="7" marL="3657600" algn="l">
              <a:lnSpc>
                <a:spcPct val="100000"/>
              </a:lnSpc>
              <a:spcBef>
                <a:spcPts val="0"/>
              </a:spcBef>
              <a:spcAft>
                <a:spcPts val="0"/>
              </a:spcAft>
              <a:buSzPts val="900"/>
              <a:buChar char="○"/>
              <a:defRPr/>
            </a:lvl8pPr>
            <a:lvl9pPr indent="-285750" lvl="8" marL="4114800" algn="l">
              <a:lnSpc>
                <a:spcPct val="100000"/>
              </a:lnSpc>
              <a:spcBef>
                <a:spcPts val="0"/>
              </a:spcBef>
              <a:spcAft>
                <a:spcPts val="0"/>
              </a:spcAft>
              <a:buSzPts val="900"/>
              <a:buChar char="■"/>
              <a:defRPr/>
            </a:lvl9pPr>
          </a:lstStyle>
          <a:p/>
        </p:txBody>
      </p:sp>
      <p:cxnSp>
        <p:nvCxnSpPr>
          <p:cNvPr id="124" name="Google Shape;124;p15"/>
          <p:cNvCxnSpPr/>
          <p:nvPr/>
        </p:nvCxnSpPr>
        <p:spPr>
          <a:xfrm flipH="1" rot="10800000">
            <a:off x="225750" y="4678950"/>
            <a:ext cx="8692500" cy="5700"/>
          </a:xfrm>
          <a:prstGeom prst="straightConnector1">
            <a:avLst/>
          </a:prstGeom>
          <a:noFill/>
          <a:ln cap="flat" cmpd="sng" w="9525">
            <a:solidFill>
              <a:schemeClr val="dk1"/>
            </a:solidFill>
            <a:prstDash val="solid"/>
            <a:round/>
            <a:headEnd len="sm" w="sm" type="none"/>
            <a:tailEnd len="sm" w="sm" type="none"/>
          </a:ln>
        </p:spPr>
      </p:cxn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with footer">
  <p:cSld name="CUSTOM_1_1_1_1_1_1_1">
    <p:spTree>
      <p:nvGrpSpPr>
        <p:cNvPr id="125" name="Shape 125"/>
        <p:cNvGrpSpPr/>
        <p:nvPr/>
      </p:nvGrpSpPr>
      <p:grpSpPr>
        <a:xfrm>
          <a:off x="0" y="0"/>
          <a:ext cx="0" cy="0"/>
          <a:chOff x="0" y="0"/>
          <a:chExt cx="0" cy="0"/>
        </a:xfrm>
      </p:grpSpPr>
      <p:sp>
        <p:nvSpPr>
          <p:cNvPr id="126" name="Google Shape;126;p16"/>
          <p:cNvSpPr/>
          <p:nvPr>
            <p:ph idx="2" type="pic"/>
          </p:nvPr>
        </p:nvSpPr>
        <p:spPr>
          <a:xfrm>
            <a:off x="228600" y="164350"/>
            <a:ext cx="8684400" cy="4304700"/>
          </a:xfrm>
          <a:prstGeom prst="rect">
            <a:avLst/>
          </a:prstGeom>
          <a:noFill/>
          <a:ln>
            <a:noFill/>
          </a:ln>
        </p:spPr>
      </p:sp>
      <p:sp>
        <p:nvSpPr>
          <p:cNvPr id="127" name="Google Shape;127;p16"/>
          <p:cNvSpPr txBox="1"/>
          <p:nvPr>
            <p:ph idx="12" type="sldNum"/>
          </p:nvPr>
        </p:nvSpPr>
        <p:spPr>
          <a:xfrm>
            <a:off x="7426775" y="4679000"/>
            <a:ext cx="1502400" cy="3243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9pPr>
          </a:lstStyle>
          <a:p>
            <a:pPr indent="0" lvl="0" marL="0" rtl="0" algn="r">
              <a:spcBef>
                <a:spcPts val="0"/>
              </a:spcBef>
              <a:spcAft>
                <a:spcPts val="0"/>
              </a:spcAft>
              <a:buNone/>
            </a:pPr>
            <a:fld id="{00000000-1234-1234-1234-123412341234}" type="slidenum">
              <a:rPr lang="en"/>
              <a:t>‹#›</a:t>
            </a:fld>
            <a:endParaRPr/>
          </a:p>
        </p:txBody>
      </p:sp>
      <p:sp>
        <p:nvSpPr>
          <p:cNvPr id="128" name="Google Shape;128;p16"/>
          <p:cNvSpPr txBox="1"/>
          <p:nvPr>
            <p:ph idx="1" type="body"/>
          </p:nvPr>
        </p:nvSpPr>
        <p:spPr>
          <a:xfrm>
            <a:off x="228600" y="4679000"/>
            <a:ext cx="4343400" cy="324300"/>
          </a:xfrm>
          <a:prstGeom prst="rect">
            <a:avLst/>
          </a:prstGeom>
          <a:noFill/>
          <a:ln>
            <a:noFill/>
          </a:ln>
        </p:spPr>
        <p:txBody>
          <a:bodyPr anchorCtr="0" anchor="t" bIns="91425" lIns="91425" spcFirstLastPara="1" rIns="91425" wrap="square" tIns="91425">
            <a:noAutofit/>
          </a:bodyPr>
          <a:lstStyle>
            <a:lvl1pPr indent="-285750" lvl="0" marL="457200" algn="l">
              <a:lnSpc>
                <a:spcPct val="100000"/>
              </a:lnSpc>
              <a:spcBef>
                <a:spcPts val="0"/>
              </a:spcBef>
              <a:spcAft>
                <a:spcPts val="0"/>
              </a:spcAft>
              <a:buSzPts val="900"/>
              <a:buChar char="●"/>
              <a:defRPr/>
            </a:lvl1pPr>
            <a:lvl2pPr indent="-285750" lvl="1" marL="914400" algn="l">
              <a:lnSpc>
                <a:spcPct val="100000"/>
              </a:lnSpc>
              <a:spcBef>
                <a:spcPts val="0"/>
              </a:spcBef>
              <a:spcAft>
                <a:spcPts val="0"/>
              </a:spcAft>
              <a:buSzPts val="900"/>
              <a:buChar char="○"/>
              <a:defRPr/>
            </a:lvl2pPr>
            <a:lvl3pPr indent="-285750" lvl="2" marL="1371600" algn="l">
              <a:lnSpc>
                <a:spcPct val="100000"/>
              </a:lnSpc>
              <a:spcBef>
                <a:spcPts val="0"/>
              </a:spcBef>
              <a:spcAft>
                <a:spcPts val="0"/>
              </a:spcAft>
              <a:buSzPts val="900"/>
              <a:buChar char="■"/>
              <a:defRPr/>
            </a:lvl3pPr>
            <a:lvl4pPr indent="-285750" lvl="3" marL="1828800" algn="l">
              <a:lnSpc>
                <a:spcPct val="100000"/>
              </a:lnSpc>
              <a:spcBef>
                <a:spcPts val="0"/>
              </a:spcBef>
              <a:spcAft>
                <a:spcPts val="0"/>
              </a:spcAft>
              <a:buSzPts val="900"/>
              <a:buChar char="●"/>
              <a:defRPr/>
            </a:lvl4pPr>
            <a:lvl5pPr indent="-285750" lvl="4" marL="2286000" algn="l">
              <a:lnSpc>
                <a:spcPct val="100000"/>
              </a:lnSpc>
              <a:spcBef>
                <a:spcPts val="0"/>
              </a:spcBef>
              <a:spcAft>
                <a:spcPts val="0"/>
              </a:spcAft>
              <a:buSzPts val="900"/>
              <a:buChar char="○"/>
              <a:defRPr/>
            </a:lvl5pPr>
            <a:lvl6pPr indent="-285750" lvl="5" marL="2743200" algn="l">
              <a:lnSpc>
                <a:spcPct val="100000"/>
              </a:lnSpc>
              <a:spcBef>
                <a:spcPts val="0"/>
              </a:spcBef>
              <a:spcAft>
                <a:spcPts val="0"/>
              </a:spcAft>
              <a:buSzPts val="900"/>
              <a:buChar char="■"/>
              <a:defRPr/>
            </a:lvl6pPr>
            <a:lvl7pPr indent="-285750" lvl="6" marL="3200400" algn="l">
              <a:lnSpc>
                <a:spcPct val="100000"/>
              </a:lnSpc>
              <a:spcBef>
                <a:spcPts val="0"/>
              </a:spcBef>
              <a:spcAft>
                <a:spcPts val="0"/>
              </a:spcAft>
              <a:buSzPts val="900"/>
              <a:buChar char="●"/>
              <a:defRPr/>
            </a:lvl7pPr>
            <a:lvl8pPr indent="-285750" lvl="7" marL="3657600" algn="l">
              <a:lnSpc>
                <a:spcPct val="100000"/>
              </a:lnSpc>
              <a:spcBef>
                <a:spcPts val="0"/>
              </a:spcBef>
              <a:spcAft>
                <a:spcPts val="0"/>
              </a:spcAft>
              <a:buSzPts val="900"/>
              <a:buChar char="○"/>
              <a:defRPr/>
            </a:lvl8pPr>
            <a:lvl9pPr indent="-285750" lvl="8" marL="4114800" algn="l">
              <a:lnSpc>
                <a:spcPct val="100000"/>
              </a:lnSpc>
              <a:spcBef>
                <a:spcPts val="0"/>
              </a:spcBef>
              <a:spcAft>
                <a:spcPts val="0"/>
              </a:spcAft>
              <a:buSzPts val="900"/>
              <a:buChar char="■"/>
              <a:defRPr/>
            </a:lvl9pPr>
          </a:lstStyle>
          <a:p/>
        </p:txBody>
      </p:sp>
      <p:cxnSp>
        <p:nvCxnSpPr>
          <p:cNvPr id="129" name="Google Shape;129;p16"/>
          <p:cNvCxnSpPr/>
          <p:nvPr/>
        </p:nvCxnSpPr>
        <p:spPr>
          <a:xfrm flipH="1" rot="10800000">
            <a:off x="225750" y="4678950"/>
            <a:ext cx="8692500" cy="5700"/>
          </a:xfrm>
          <a:prstGeom prst="straightConnector1">
            <a:avLst/>
          </a:prstGeom>
          <a:noFill/>
          <a:ln cap="flat" cmpd="sng" w="9525">
            <a:solidFill>
              <a:schemeClr val="dk1"/>
            </a:solidFill>
            <a:prstDash val="solid"/>
            <a:round/>
            <a:headEnd len="sm" w="sm" type="none"/>
            <a:tailEnd len="sm" w="sm" type="none"/>
          </a:ln>
        </p:spPr>
      </p:cxn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ody text">
  <p:cSld name="CUSTOM_3">
    <p:spTree>
      <p:nvGrpSpPr>
        <p:cNvPr id="130" name="Shape 130"/>
        <p:cNvGrpSpPr/>
        <p:nvPr/>
      </p:nvGrpSpPr>
      <p:grpSpPr>
        <a:xfrm>
          <a:off x="0" y="0"/>
          <a:ext cx="0" cy="0"/>
          <a:chOff x="0" y="0"/>
          <a:chExt cx="0" cy="0"/>
        </a:xfrm>
      </p:grpSpPr>
      <p:sp>
        <p:nvSpPr>
          <p:cNvPr id="131" name="Google Shape;131;p17"/>
          <p:cNvSpPr txBox="1"/>
          <p:nvPr>
            <p:ph idx="1" type="body"/>
          </p:nvPr>
        </p:nvSpPr>
        <p:spPr>
          <a:xfrm>
            <a:off x="5095525" y="922175"/>
            <a:ext cx="3440100" cy="1254900"/>
          </a:xfrm>
          <a:prstGeom prst="rect">
            <a:avLst/>
          </a:prstGeom>
          <a:noFill/>
          <a:ln>
            <a:noFill/>
          </a:ln>
        </p:spPr>
        <p:txBody>
          <a:bodyPr anchorCtr="0" anchor="b" bIns="91425" lIns="91425" spcFirstLastPara="1" rIns="91425" wrap="square" tIns="91425">
            <a:noAutofit/>
          </a:bodyPr>
          <a:lstStyle>
            <a:lvl1pPr indent="-285750" lvl="0" marL="457200" algn="l">
              <a:lnSpc>
                <a:spcPct val="100000"/>
              </a:lnSpc>
              <a:spcBef>
                <a:spcPts val="0"/>
              </a:spcBef>
              <a:spcAft>
                <a:spcPts val="0"/>
              </a:spcAft>
              <a:buSzPts val="900"/>
              <a:buChar char="●"/>
              <a:defRPr/>
            </a:lvl1pPr>
            <a:lvl2pPr indent="-285750" lvl="1" marL="914400" algn="l">
              <a:lnSpc>
                <a:spcPct val="100000"/>
              </a:lnSpc>
              <a:spcBef>
                <a:spcPts val="0"/>
              </a:spcBef>
              <a:spcAft>
                <a:spcPts val="0"/>
              </a:spcAft>
              <a:buSzPts val="900"/>
              <a:buChar char="○"/>
              <a:defRPr/>
            </a:lvl2pPr>
            <a:lvl3pPr indent="-285750" lvl="2" marL="1371600" algn="l">
              <a:lnSpc>
                <a:spcPct val="100000"/>
              </a:lnSpc>
              <a:spcBef>
                <a:spcPts val="0"/>
              </a:spcBef>
              <a:spcAft>
                <a:spcPts val="0"/>
              </a:spcAft>
              <a:buSzPts val="900"/>
              <a:buChar char="■"/>
              <a:defRPr/>
            </a:lvl3pPr>
            <a:lvl4pPr indent="-285750" lvl="3" marL="1828800" algn="l">
              <a:lnSpc>
                <a:spcPct val="100000"/>
              </a:lnSpc>
              <a:spcBef>
                <a:spcPts val="0"/>
              </a:spcBef>
              <a:spcAft>
                <a:spcPts val="0"/>
              </a:spcAft>
              <a:buSzPts val="900"/>
              <a:buChar char="●"/>
              <a:defRPr/>
            </a:lvl4pPr>
            <a:lvl5pPr indent="-285750" lvl="4" marL="2286000" algn="l">
              <a:lnSpc>
                <a:spcPct val="100000"/>
              </a:lnSpc>
              <a:spcBef>
                <a:spcPts val="0"/>
              </a:spcBef>
              <a:spcAft>
                <a:spcPts val="0"/>
              </a:spcAft>
              <a:buSzPts val="900"/>
              <a:buChar char="○"/>
              <a:defRPr/>
            </a:lvl5pPr>
            <a:lvl6pPr indent="-285750" lvl="5" marL="2743200" algn="l">
              <a:lnSpc>
                <a:spcPct val="100000"/>
              </a:lnSpc>
              <a:spcBef>
                <a:spcPts val="0"/>
              </a:spcBef>
              <a:spcAft>
                <a:spcPts val="0"/>
              </a:spcAft>
              <a:buSzPts val="900"/>
              <a:buChar char="■"/>
              <a:defRPr/>
            </a:lvl6pPr>
            <a:lvl7pPr indent="-285750" lvl="6" marL="3200400" algn="l">
              <a:lnSpc>
                <a:spcPct val="100000"/>
              </a:lnSpc>
              <a:spcBef>
                <a:spcPts val="0"/>
              </a:spcBef>
              <a:spcAft>
                <a:spcPts val="0"/>
              </a:spcAft>
              <a:buSzPts val="900"/>
              <a:buChar char="●"/>
              <a:defRPr/>
            </a:lvl7pPr>
            <a:lvl8pPr indent="-285750" lvl="7" marL="3657600" algn="l">
              <a:lnSpc>
                <a:spcPct val="100000"/>
              </a:lnSpc>
              <a:spcBef>
                <a:spcPts val="0"/>
              </a:spcBef>
              <a:spcAft>
                <a:spcPts val="0"/>
              </a:spcAft>
              <a:buSzPts val="900"/>
              <a:buChar char="○"/>
              <a:defRPr/>
            </a:lvl8pPr>
            <a:lvl9pPr indent="-285750" lvl="8" marL="4114800" algn="l">
              <a:lnSpc>
                <a:spcPct val="100000"/>
              </a:lnSpc>
              <a:spcBef>
                <a:spcPts val="0"/>
              </a:spcBef>
              <a:spcAft>
                <a:spcPts val="0"/>
              </a:spcAft>
              <a:buSzPts val="900"/>
              <a:buChar char="■"/>
              <a:defRPr/>
            </a:lvl9pPr>
          </a:lstStyle>
          <a:p/>
        </p:txBody>
      </p:sp>
      <p:sp>
        <p:nvSpPr>
          <p:cNvPr id="132" name="Google Shape;132;p17"/>
          <p:cNvSpPr txBox="1"/>
          <p:nvPr>
            <p:ph idx="12" type="sldNum"/>
          </p:nvPr>
        </p:nvSpPr>
        <p:spPr>
          <a:xfrm>
            <a:off x="7426775" y="4679000"/>
            <a:ext cx="1502400" cy="3243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9pPr>
          </a:lstStyle>
          <a:p>
            <a:pPr indent="0" lvl="0" marL="0" rtl="0" algn="r">
              <a:spcBef>
                <a:spcPts val="0"/>
              </a:spcBef>
              <a:spcAft>
                <a:spcPts val="0"/>
              </a:spcAft>
              <a:buNone/>
            </a:pPr>
            <a:fld id="{00000000-1234-1234-1234-123412341234}" type="slidenum">
              <a:rPr lang="en"/>
              <a:t>‹#›</a:t>
            </a:fld>
            <a:endParaRPr/>
          </a:p>
        </p:txBody>
      </p:sp>
      <p:sp>
        <p:nvSpPr>
          <p:cNvPr id="133" name="Google Shape;133;p17"/>
          <p:cNvSpPr txBox="1"/>
          <p:nvPr>
            <p:ph idx="2" type="body"/>
          </p:nvPr>
        </p:nvSpPr>
        <p:spPr>
          <a:xfrm>
            <a:off x="5095525" y="2801100"/>
            <a:ext cx="3440100" cy="813900"/>
          </a:xfrm>
          <a:prstGeom prst="rect">
            <a:avLst/>
          </a:prstGeom>
          <a:noFill/>
          <a:ln>
            <a:noFill/>
          </a:ln>
        </p:spPr>
        <p:txBody>
          <a:bodyPr anchorCtr="0" anchor="b" bIns="91425" lIns="91425" spcFirstLastPara="1" rIns="91425" wrap="square" tIns="91425">
            <a:noAutofit/>
          </a:bodyPr>
          <a:lstStyle>
            <a:lvl1pPr indent="-285750" lvl="0" marL="457200" algn="l">
              <a:lnSpc>
                <a:spcPct val="100000"/>
              </a:lnSpc>
              <a:spcBef>
                <a:spcPts val="0"/>
              </a:spcBef>
              <a:spcAft>
                <a:spcPts val="0"/>
              </a:spcAft>
              <a:buSzPts val="900"/>
              <a:buChar char="●"/>
              <a:defRPr/>
            </a:lvl1pPr>
            <a:lvl2pPr indent="-285750" lvl="1" marL="914400" algn="l">
              <a:lnSpc>
                <a:spcPct val="100000"/>
              </a:lnSpc>
              <a:spcBef>
                <a:spcPts val="0"/>
              </a:spcBef>
              <a:spcAft>
                <a:spcPts val="0"/>
              </a:spcAft>
              <a:buSzPts val="900"/>
              <a:buChar char="○"/>
              <a:defRPr/>
            </a:lvl2pPr>
            <a:lvl3pPr indent="-285750" lvl="2" marL="1371600" algn="l">
              <a:lnSpc>
                <a:spcPct val="100000"/>
              </a:lnSpc>
              <a:spcBef>
                <a:spcPts val="0"/>
              </a:spcBef>
              <a:spcAft>
                <a:spcPts val="0"/>
              </a:spcAft>
              <a:buSzPts val="900"/>
              <a:buChar char="■"/>
              <a:defRPr/>
            </a:lvl3pPr>
            <a:lvl4pPr indent="-285750" lvl="3" marL="1828800" algn="l">
              <a:lnSpc>
                <a:spcPct val="100000"/>
              </a:lnSpc>
              <a:spcBef>
                <a:spcPts val="0"/>
              </a:spcBef>
              <a:spcAft>
                <a:spcPts val="0"/>
              </a:spcAft>
              <a:buSzPts val="900"/>
              <a:buChar char="●"/>
              <a:defRPr/>
            </a:lvl4pPr>
            <a:lvl5pPr indent="-285750" lvl="4" marL="2286000" algn="l">
              <a:lnSpc>
                <a:spcPct val="100000"/>
              </a:lnSpc>
              <a:spcBef>
                <a:spcPts val="0"/>
              </a:spcBef>
              <a:spcAft>
                <a:spcPts val="0"/>
              </a:spcAft>
              <a:buSzPts val="900"/>
              <a:buChar char="○"/>
              <a:defRPr/>
            </a:lvl5pPr>
            <a:lvl6pPr indent="-285750" lvl="5" marL="2743200" algn="l">
              <a:lnSpc>
                <a:spcPct val="100000"/>
              </a:lnSpc>
              <a:spcBef>
                <a:spcPts val="0"/>
              </a:spcBef>
              <a:spcAft>
                <a:spcPts val="0"/>
              </a:spcAft>
              <a:buSzPts val="900"/>
              <a:buChar char="■"/>
              <a:defRPr/>
            </a:lvl6pPr>
            <a:lvl7pPr indent="-285750" lvl="6" marL="3200400" algn="l">
              <a:lnSpc>
                <a:spcPct val="100000"/>
              </a:lnSpc>
              <a:spcBef>
                <a:spcPts val="0"/>
              </a:spcBef>
              <a:spcAft>
                <a:spcPts val="0"/>
              </a:spcAft>
              <a:buSzPts val="900"/>
              <a:buChar char="●"/>
              <a:defRPr/>
            </a:lvl7pPr>
            <a:lvl8pPr indent="-285750" lvl="7" marL="3657600" algn="l">
              <a:lnSpc>
                <a:spcPct val="100000"/>
              </a:lnSpc>
              <a:spcBef>
                <a:spcPts val="0"/>
              </a:spcBef>
              <a:spcAft>
                <a:spcPts val="0"/>
              </a:spcAft>
              <a:buSzPts val="900"/>
              <a:buChar char="○"/>
              <a:defRPr/>
            </a:lvl8pPr>
            <a:lvl9pPr indent="-285750" lvl="8" marL="4114800" algn="l">
              <a:lnSpc>
                <a:spcPct val="100000"/>
              </a:lnSpc>
              <a:spcBef>
                <a:spcPts val="0"/>
              </a:spcBef>
              <a:spcAft>
                <a:spcPts val="0"/>
              </a:spcAft>
              <a:buSzPts val="900"/>
              <a:buChar char="■"/>
              <a:defRPr/>
            </a:lvl9pPr>
          </a:lstStyle>
          <a:p/>
        </p:txBody>
      </p:sp>
      <p:sp>
        <p:nvSpPr>
          <p:cNvPr id="134" name="Google Shape;134;p17"/>
          <p:cNvSpPr txBox="1"/>
          <p:nvPr>
            <p:ph idx="3" type="body"/>
          </p:nvPr>
        </p:nvSpPr>
        <p:spPr>
          <a:xfrm>
            <a:off x="5095525" y="4013575"/>
            <a:ext cx="3440100" cy="537000"/>
          </a:xfrm>
          <a:prstGeom prst="rect">
            <a:avLst/>
          </a:prstGeom>
          <a:noFill/>
          <a:ln>
            <a:noFill/>
          </a:ln>
        </p:spPr>
        <p:txBody>
          <a:bodyPr anchorCtr="0" anchor="b" bIns="91425" lIns="91425" spcFirstLastPara="1" rIns="91425" wrap="square" tIns="91425">
            <a:noAutofit/>
          </a:bodyPr>
          <a:lstStyle>
            <a:lvl1pPr indent="-285750" lvl="0" marL="457200" algn="l">
              <a:lnSpc>
                <a:spcPct val="100000"/>
              </a:lnSpc>
              <a:spcBef>
                <a:spcPts val="0"/>
              </a:spcBef>
              <a:spcAft>
                <a:spcPts val="0"/>
              </a:spcAft>
              <a:buSzPts val="900"/>
              <a:buChar char="●"/>
              <a:defRPr/>
            </a:lvl1pPr>
            <a:lvl2pPr indent="-285750" lvl="1" marL="914400" algn="l">
              <a:lnSpc>
                <a:spcPct val="100000"/>
              </a:lnSpc>
              <a:spcBef>
                <a:spcPts val="0"/>
              </a:spcBef>
              <a:spcAft>
                <a:spcPts val="0"/>
              </a:spcAft>
              <a:buSzPts val="900"/>
              <a:buChar char="○"/>
              <a:defRPr/>
            </a:lvl2pPr>
            <a:lvl3pPr indent="-285750" lvl="2" marL="1371600" algn="l">
              <a:lnSpc>
                <a:spcPct val="100000"/>
              </a:lnSpc>
              <a:spcBef>
                <a:spcPts val="0"/>
              </a:spcBef>
              <a:spcAft>
                <a:spcPts val="0"/>
              </a:spcAft>
              <a:buSzPts val="900"/>
              <a:buChar char="■"/>
              <a:defRPr/>
            </a:lvl3pPr>
            <a:lvl4pPr indent="-285750" lvl="3" marL="1828800" algn="l">
              <a:lnSpc>
                <a:spcPct val="100000"/>
              </a:lnSpc>
              <a:spcBef>
                <a:spcPts val="0"/>
              </a:spcBef>
              <a:spcAft>
                <a:spcPts val="0"/>
              </a:spcAft>
              <a:buSzPts val="900"/>
              <a:buChar char="●"/>
              <a:defRPr/>
            </a:lvl4pPr>
            <a:lvl5pPr indent="-285750" lvl="4" marL="2286000" algn="l">
              <a:lnSpc>
                <a:spcPct val="100000"/>
              </a:lnSpc>
              <a:spcBef>
                <a:spcPts val="0"/>
              </a:spcBef>
              <a:spcAft>
                <a:spcPts val="0"/>
              </a:spcAft>
              <a:buSzPts val="900"/>
              <a:buChar char="○"/>
              <a:defRPr/>
            </a:lvl5pPr>
            <a:lvl6pPr indent="-285750" lvl="5" marL="2743200" algn="l">
              <a:lnSpc>
                <a:spcPct val="100000"/>
              </a:lnSpc>
              <a:spcBef>
                <a:spcPts val="0"/>
              </a:spcBef>
              <a:spcAft>
                <a:spcPts val="0"/>
              </a:spcAft>
              <a:buSzPts val="900"/>
              <a:buChar char="■"/>
              <a:defRPr/>
            </a:lvl6pPr>
            <a:lvl7pPr indent="-285750" lvl="6" marL="3200400" algn="l">
              <a:lnSpc>
                <a:spcPct val="100000"/>
              </a:lnSpc>
              <a:spcBef>
                <a:spcPts val="0"/>
              </a:spcBef>
              <a:spcAft>
                <a:spcPts val="0"/>
              </a:spcAft>
              <a:buSzPts val="900"/>
              <a:buChar char="●"/>
              <a:defRPr/>
            </a:lvl7pPr>
            <a:lvl8pPr indent="-285750" lvl="7" marL="3657600" algn="l">
              <a:lnSpc>
                <a:spcPct val="100000"/>
              </a:lnSpc>
              <a:spcBef>
                <a:spcPts val="0"/>
              </a:spcBef>
              <a:spcAft>
                <a:spcPts val="0"/>
              </a:spcAft>
              <a:buSzPts val="900"/>
              <a:buChar char="○"/>
              <a:defRPr/>
            </a:lvl8pPr>
            <a:lvl9pPr indent="-285750" lvl="8" marL="4114800" algn="l">
              <a:lnSpc>
                <a:spcPct val="100000"/>
              </a:lnSpc>
              <a:spcBef>
                <a:spcPts val="0"/>
              </a:spcBef>
              <a:spcAft>
                <a:spcPts val="0"/>
              </a:spcAft>
              <a:buSzPts val="900"/>
              <a:buChar char="■"/>
              <a:defRPr/>
            </a:lvl9pPr>
          </a:lstStyle>
          <a:p/>
        </p:txBody>
      </p:sp>
      <p:sp>
        <p:nvSpPr>
          <p:cNvPr id="135" name="Google Shape;135;p17"/>
          <p:cNvSpPr txBox="1"/>
          <p:nvPr>
            <p:ph idx="4" type="body"/>
          </p:nvPr>
        </p:nvSpPr>
        <p:spPr>
          <a:xfrm>
            <a:off x="228600" y="4679000"/>
            <a:ext cx="4343400" cy="324300"/>
          </a:xfrm>
          <a:prstGeom prst="rect">
            <a:avLst/>
          </a:prstGeom>
          <a:noFill/>
          <a:ln>
            <a:noFill/>
          </a:ln>
        </p:spPr>
        <p:txBody>
          <a:bodyPr anchorCtr="0" anchor="t" bIns="91425" lIns="91425" spcFirstLastPara="1" rIns="91425" wrap="square" tIns="91425">
            <a:noAutofit/>
          </a:bodyPr>
          <a:lstStyle>
            <a:lvl1pPr indent="-285750" lvl="0" marL="457200" algn="l">
              <a:lnSpc>
                <a:spcPct val="100000"/>
              </a:lnSpc>
              <a:spcBef>
                <a:spcPts val="0"/>
              </a:spcBef>
              <a:spcAft>
                <a:spcPts val="0"/>
              </a:spcAft>
              <a:buSzPts val="900"/>
              <a:buChar char="●"/>
              <a:defRPr/>
            </a:lvl1pPr>
            <a:lvl2pPr indent="-285750" lvl="1" marL="914400" algn="l">
              <a:lnSpc>
                <a:spcPct val="100000"/>
              </a:lnSpc>
              <a:spcBef>
                <a:spcPts val="0"/>
              </a:spcBef>
              <a:spcAft>
                <a:spcPts val="0"/>
              </a:spcAft>
              <a:buSzPts val="900"/>
              <a:buChar char="○"/>
              <a:defRPr/>
            </a:lvl2pPr>
            <a:lvl3pPr indent="-285750" lvl="2" marL="1371600" algn="l">
              <a:lnSpc>
                <a:spcPct val="100000"/>
              </a:lnSpc>
              <a:spcBef>
                <a:spcPts val="0"/>
              </a:spcBef>
              <a:spcAft>
                <a:spcPts val="0"/>
              </a:spcAft>
              <a:buSzPts val="900"/>
              <a:buChar char="■"/>
              <a:defRPr/>
            </a:lvl3pPr>
            <a:lvl4pPr indent="-285750" lvl="3" marL="1828800" algn="l">
              <a:lnSpc>
                <a:spcPct val="100000"/>
              </a:lnSpc>
              <a:spcBef>
                <a:spcPts val="0"/>
              </a:spcBef>
              <a:spcAft>
                <a:spcPts val="0"/>
              </a:spcAft>
              <a:buSzPts val="900"/>
              <a:buChar char="●"/>
              <a:defRPr/>
            </a:lvl4pPr>
            <a:lvl5pPr indent="-285750" lvl="4" marL="2286000" algn="l">
              <a:lnSpc>
                <a:spcPct val="100000"/>
              </a:lnSpc>
              <a:spcBef>
                <a:spcPts val="0"/>
              </a:spcBef>
              <a:spcAft>
                <a:spcPts val="0"/>
              </a:spcAft>
              <a:buSzPts val="900"/>
              <a:buChar char="○"/>
              <a:defRPr/>
            </a:lvl5pPr>
            <a:lvl6pPr indent="-285750" lvl="5" marL="2743200" algn="l">
              <a:lnSpc>
                <a:spcPct val="100000"/>
              </a:lnSpc>
              <a:spcBef>
                <a:spcPts val="0"/>
              </a:spcBef>
              <a:spcAft>
                <a:spcPts val="0"/>
              </a:spcAft>
              <a:buSzPts val="900"/>
              <a:buChar char="■"/>
              <a:defRPr/>
            </a:lvl6pPr>
            <a:lvl7pPr indent="-285750" lvl="6" marL="3200400" algn="l">
              <a:lnSpc>
                <a:spcPct val="100000"/>
              </a:lnSpc>
              <a:spcBef>
                <a:spcPts val="0"/>
              </a:spcBef>
              <a:spcAft>
                <a:spcPts val="0"/>
              </a:spcAft>
              <a:buSzPts val="900"/>
              <a:buChar char="●"/>
              <a:defRPr/>
            </a:lvl7pPr>
            <a:lvl8pPr indent="-285750" lvl="7" marL="3657600" algn="l">
              <a:lnSpc>
                <a:spcPct val="100000"/>
              </a:lnSpc>
              <a:spcBef>
                <a:spcPts val="0"/>
              </a:spcBef>
              <a:spcAft>
                <a:spcPts val="0"/>
              </a:spcAft>
              <a:buSzPts val="900"/>
              <a:buChar char="○"/>
              <a:defRPr/>
            </a:lvl8pPr>
            <a:lvl9pPr indent="-285750" lvl="8" marL="4114800" algn="l">
              <a:lnSpc>
                <a:spcPct val="100000"/>
              </a:lnSpc>
              <a:spcBef>
                <a:spcPts val="0"/>
              </a:spcBef>
              <a:spcAft>
                <a:spcPts val="0"/>
              </a:spcAft>
              <a:buSzPts val="900"/>
              <a:buChar char="■"/>
              <a:defRPr/>
            </a:lvl9pPr>
          </a:lstStyle>
          <a:p/>
        </p:txBody>
      </p:sp>
      <p:cxnSp>
        <p:nvCxnSpPr>
          <p:cNvPr id="136" name="Google Shape;136;p17"/>
          <p:cNvCxnSpPr/>
          <p:nvPr/>
        </p:nvCxnSpPr>
        <p:spPr>
          <a:xfrm flipH="1" rot="10800000">
            <a:off x="225750" y="4678950"/>
            <a:ext cx="8692500" cy="5700"/>
          </a:xfrm>
          <a:prstGeom prst="straightConnector1">
            <a:avLst/>
          </a:prstGeom>
          <a:noFill/>
          <a:ln cap="flat" cmpd="sng" w="9525">
            <a:solidFill>
              <a:schemeClr val="dk1"/>
            </a:solidFill>
            <a:prstDash val="solid"/>
            <a:round/>
            <a:headEnd len="sm" w="sm" type="none"/>
            <a:tailEnd len="sm" w="sm" type="none"/>
          </a:ln>
        </p:spPr>
      </p:cxn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1">
  <p:cSld name="CUSTOM_6">
    <p:bg>
      <p:bgPr>
        <a:solidFill>
          <a:schemeClr val="dk1"/>
        </a:solidFill>
      </p:bgPr>
    </p:bg>
    <p:spTree>
      <p:nvGrpSpPr>
        <p:cNvPr id="137" name="Shape 137"/>
        <p:cNvGrpSpPr/>
        <p:nvPr/>
      </p:nvGrpSpPr>
      <p:grpSpPr>
        <a:xfrm>
          <a:off x="0" y="0"/>
          <a:ext cx="0" cy="0"/>
          <a:chOff x="0" y="0"/>
          <a:chExt cx="0" cy="0"/>
        </a:xfrm>
      </p:grpSpPr>
      <p:sp>
        <p:nvSpPr>
          <p:cNvPr id="138" name="Google Shape;138;p18"/>
          <p:cNvSpPr txBox="1"/>
          <p:nvPr>
            <p:ph type="title"/>
          </p:nvPr>
        </p:nvSpPr>
        <p:spPr>
          <a:xfrm>
            <a:off x="225750" y="1212350"/>
            <a:ext cx="8692500" cy="34722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Clr>
                <a:schemeClr val="lt1"/>
              </a:buClr>
              <a:buSzPts val="4500"/>
              <a:buNone/>
              <a:defRPr sz="4500">
                <a:solidFill>
                  <a:schemeClr val="lt1"/>
                </a:solidFill>
              </a:defRPr>
            </a:lvl1pPr>
            <a:lvl2pPr lvl="1" algn="l">
              <a:lnSpc>
                <a:spcPct val="100000"/>
              </a:lnSpc>
              <a:spcBef>
                <a:spcPts val="0"/>
              </a:spcBef>
              <a:spcAft>
                <a:spcPts val="0"/>
              </a:spcAft>
              <a:buClr>
                <a:schemeClr val="lt1"/>
              </a:buClr>
              <a:buSzPts val="4500"/>
              <a:buNone/>
              <a:defRPr sz="4500">
                <a:solidFill>
                  <a:schemeClr val="lt1"/>
                </a:solidFill>
              </a:defRPr>
            </a:lvl2pPr>
            <a:lvl3pPr lvl="2" algn="l">
              <a:lnSpc>
                <a:spcPct val="100000"/>
              </a:lnSpc>
              <a:spcBef>
                <a:spcPts val="0"/>
              </a:spcBef>
              <a:spcAft>
                <a:spcPts val="0"/>
              </a:spcAft>
              <a:buClr>
                <a:schemeClr val="lt1"/>
              </a:buClr>
              <a:buSzPts val="4500"/>
              <a:buNone/>
              <a:defRPr sz="4500">
                <a:solidFill>
                  <a:schemeClr val="lt1"/>
                </a:solidFill>
              </a:defRPr>
            </a:lvl3pPr>
            <a:lvl4pPr lvl="3" algn="l">
              <a:lnSpc>
                <a:spcPct val="100000"/>
              </a:lnSpc>
              <a:spcBef>
                <a:spcPts val="0"/>
              </a:spcBef>
              <a:spcAft>
                <a:spcPts val="0"/>
              </a:spcAft>
              <a:buClr>
                <a:schemeClr val="lt1"/>
              </a:buClr>
              <a:buSzPts val="4500"/>
              <a:buNone/>
              <a:defRPr sz="4500">
                <a:solidFill>
                  <a:schemeClr val="lt1"/>
                </a:solidFill>
              </a:defRPr>
            </a:lvl4pPr>
            <a:lvl5pPr lvl="4" algn="l">
              <a:lnSpc>
                <a:spcPct val="100000"/>
              </a:lnSpc>
              <a:spcBef>
                <a:spcPts val="0"/>
              </a:spcBef>
              <a:spcAft>
                <a:spcPts val="0"/>
              </a:spcAft>
              <a:buClr>
                <a:schemeClr val="lt1"/>
              </a:buClr>
              <a:buSzPts val="4500"/>
              <a:buNone/>
              <a:defRPr sz="4500">
                <a:solidFill>
                  <a:schemeClr val="lt1"/>
                </a:solidFill>
              </a:defRPr>
            </a:lvl5pPr>
            <a:lvl6pPr lvl="5" algn="l">
              <a:lnSpc>
                <a:spcPct val="100000"/>
              </a:lnSpc>
              <a:spcBef>
                <a:spcPts val="0"/>
              </a:spcBef>
              <a:spcAft>
                <a:spcPts val="0"/>
              </a:spcAft>
              <a:buClr>
                <a:schemeClr val="lt1"/>
              </a:buClr>
              <a:buSzPts val="4500"/>
              <a:buNone/>
              <a:defRPr sz="4500">
                <a:solidFill>
                  <a:schemeClr val="lt1"/>
                </a:solidFill>
              </a:defRPr>
            </a:lvl6pPr>
            <a:lvl7pPr lvl="6" algn="l">
              <a:lnSpc>
                <a:spcPct val="100000"/>
              </a:lnSpc>
              <a:spcBef>
                <a:spcPts val="0"/>
              </a:spcBef>
              <a:spcAft>
                <a:spcPts val="0"/>
              </a:spcAft>
              <a:buClr>
                <a:schemeClr val="lt1"/>
              </a:buClr>
              <a:buSzPts val="4500"/>
              <a:buNone/>
              <a:defRPr sz="4500">
                <a:solidFill>
                  <a:schemeClr val="lt1"/>
                </a:solidFill>
              </a:defRPr>
            </a:lvl7pPr>
            <a:lvl8pPr lvl="7" algn="l">
              <a:lnSpc>
                <a:spcPct val="100000"/>
              </a:lnSpc>
              <a:spcBef>
                <a:spcPts val="0"/>
              </a:spcBef>
              <a:spcAft>
                <a:spcPts val="0"/>
              </a:spcAft>
              <a:buClr>
                <a:schemeClr val="lt1"/>
              </a:buClr>
              <a:buSzPts val="4500"/>
              <a:buNone/>
              <a:defRPr sz="4500">
                <a:solidFill>
                  <a:schemeClr val="lt1"/>
                </a:solidFill>
              </a:defRPr>
            </a:lvl8pPr>
            <a:lvl9pPr lvl="8" algn="l">
              <a:lnSpc>
                <a:spcPct val="100000"/>
              </a:lnSpc>
              <a:spcBef>
                <a:spcPts val="0"/>
              </a:spcBef>
              <a:spcAft>
                <a:spcPts val="0"/>
              </a:spcAft>
              <a:buClr>
                <a:schemeClr val="lt1"/>
              </a:buClr>
              <a:buSzPts val="4500"/>
              <a:buNone/>
              <a:defRPr sz="4500">
                <a:solidFill>
                  <a:schemeClr val="lt1"/>
                </a:solidFill>
              </a:defRPr>
            </a:lvl9pPr>
          </a:lstStyle>
          <a:p/>
        </p:txBody>
      </p:sp>
      <p:sp>
        <p:nvSpPr>
          <p:cNvPr id="139" name="Google Shape;139;p18"/>
          <p:cNvSpPr txBox="1"/>
          <p:nvPr>
            <p:ph idx="12" type="sldNum"/>
          </p:nvPr>
        </p:nvSpPr>
        <p:spPr>
          <a:xfrm>
            <a:off x="7426775" y="4679000"/>
            <a:ext cx="1502400" cy="3243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Gowun Batang"/>
                <a:ea typeface="Gowun Batang"/>
                <a:cs typeface="Gowun Batang"/>
                <a:sym typeface="Gowun Batang"/>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Gowun Batang"/>
                <a:ea typeface="Gowun Batang"/>
                <a:cs typeface="Gowun Batang"/>
                <a:sym typeface="Gowun Batang"/>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Gowun Batang"/>
                <a:ea typeface="Gowun Batang"/>
                <a:cs typeface="Gowun Batang"/>
                <a:sym typeface="Gowun Batang"/>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Gowun Batang"/>
                <a:ea typeface="Gowun Batang"/>
                <a:cs typeface="Gowun Batang"/>
                <a:sym typeface="Gowun Batang"/>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Gowun Batang"/>
                <a:ea typeface="Gowun Batang"/>
                <a:cs typeface="Gowun Batang"/>
                <a:sym typeface="Gowun Batang"/>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Gowun Batang"/>
                <a:ea typeface="Gowun Batang"/>
                <a:cs typeface="Gowun Batang"/>
                <a:sym typeface="Gowun Batang"/>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Gowun Batang"/>
                <a:ea typeface="Gowun Batang"/>
                <a:cs typeface="Gowun Batang"/>
                <a:sym typeface="Gowun Batang"/>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Gowun Batang"/>
                <a:ea typeface="Gowun Batang"/>
                <a:cs typeface="Gowun Batang"/>
                <a:sym typeface="Gowun Batang"/>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Gowun Batang"/>
                <a:ea typeface="Gowun Batang"/>
                <a:cs typeface="Gowun Batang"/>
                <a:sym typeface="Gowun Batang"/>
              </a:defRPr>
            </a:lvl9pPr>
          </a:lstStyle>
          <a:p>
            <a:pPr indent="0" lvl="0" marL="0" rtl="0" algn="r">
              <a:spcBef>
                <a:spcPts val="0"/>
              </a:spcBef>
              <a:spcAft>
                <a:spcPts val="0"/>
              </a:spcAft>
              <a:buNone/>
            </a:pPr>
            <a:fld id="{00000000-1234-1234-1234-123412341234}" type="slidenum">
              <a:rPr lang="en"/>
              <a:t>‹#›</a:t>
            </a:fld>
            <a:endParaRPr/>
          </a:p>
        </p:txBody>
      </p:sp>
      <p:sp>
        <p:nvSpPr>
          <p:cNvPr id="140" name="Google Shape;140;p18"/>
          <p:cNvSpPr txBox="1"/>
          <p:nvPr>
            <p:ph idx="1" type="body"/>
          </p:nvPr>
        </p:nvSpPr>
        <p:spPr>
          <a:xfrm>
            <a:off x="228600" y="4679000"/>
            <a:ext cx="4343400" cy="324300"/>
          </a:xfrm>
          <a:prstGeom prst="rect">
            <a:avLst/>
          </a:prstGeom>
          <a:noFill/>
          <a:ln>
            <a:noFill/>
          </a:ln>
        </p:spPr>
        <p:txBody>
          <a:bodyPr anchorCtr="0" anchor="t" bIns="91425" lIns="91425" spcFirstLastPara="1" rIns="91425" wrap="square" tIns="91425">
            <a:noAutofit/>
          </a:bodyPr>
          <a:lstStyle>
            <a:lvl1pPr indent="-285750" lvl="0" marL="457200" algn="l">
              <a:lnSpc>
                <a:spcPct val="100000"/>
              </a:lnSpc>
              <a:spcBef>
                <a:spcPts val="0"/>
              </a:spcBef>
              <a:spcAft>
                <a:spcPts val="0"/>
              </a:spcAft>
              <a:buClr>
                <a:schemeClr val="lt1"/>
              </a:buClr>
              <a:buSzPts val="900"/>
              <a:buChar char="●"/>
              <a:defRPr>
                <a:solidFill>
                  <a:schemeClr val="lt1"/>
                </a:solidFill>
              </a:defRPr>
            </a:lvl1pPr>
            <a:lvl2pPr indent="-285750" lvl="1" marL="914400" algn="l">
              <a:lnSpc>
                <a:spcPct val="100000"/>
              </a:lnSpc>
              <a:spcBef>
                <a:spcPts val="0"/>
              </a:spcBef>
              <a:spcAft>
                <a:spcPts val="0"/>
              </a:spcAft>
              <a:buClr>
                <a:schemeClr val="lt1"/>
              </a:buClr>
              <a:buSzPts val="900"/>
              <a:buChar char="○"/>
              <a:defRPr>
                <a:solidFill>
                  <a:schemeClr val="lt1"/>
                </a:solidFill>
              </a:defRPr>
            </a:lvl2pPr>
            <a:lvl3pPr indent="-285750" lvl="2" marL="1371600" algn="l">
              <a:lnSpc>
                <a:spcPct val="100000"/>
              </a:lnSpc>
              <a:spcBef>
                <a:spcPts val="0"/>
              </a:spcBef>
              <a:spcAft>
                <a:spcPts val="0"/>
              </a:spcAft>
              <a:buClr>
                <a:schemeClr val="lt1"/>
              </a:buClr>
              <a:buSzPts val="900"/>
              <a:buChar char="■"/>
              <a:defRPr>
                <a:solidFill>
                  <a:schemeClr val="lt1"/>
                </a:solidFill>
              </a:defRPr>
            </a:lvl3pPr>
            <a:lvl4pPr indent="-285750" lvl="3" marL="1828800" algn="l">
              <a:lnSpc>
                <a:spcPct val="100000"/>
              </a:lnSpc>
              <a:spcBef>
                <a:spcPts val="0"/>
              </a:spcBef>
              <a:spcAft>
                <a:spcPts val="0"/>
              </a:spcAft>
              <a:buClr>
                <a:schemeClr val="lt1"/>
              </a:buClr>
              <a:buSzPts val="900"/>
              <a:buChar char="●"/>
              <a:defRPr>
                <a:solidFill>
                  <a:schemeClr val="lt1"/>
                </a:solidFill>
              </a:defRPr>
            </a:lvl4pPr>
            <a:lvl5pPr indent="-285750" lvl="4" marL="2286000" algn="l">
              <a:lnSpc>
                <a:spcPct val="100000"/>
              </a:lnSpc>
              <a:spcBef>
                <a:spcPts val="0"/>
              </a:spcBef>
              <a:spcAft>
                <a:spcPts val="0"/>
              </a:spcAft>
              <a:buClr>
                <a:schemeClr val="lt1"/>
              </a:buClr>
              <a:buSzPts val="900"/>
              <a:buChar char="○"/>
              <a:defRPr>
                <a:solidFill>
                  <a:schemeClr val="lt1"/>
                </a:solidFill>
              </a:defRPr>
            </a:lvl5pPr>
            <a:lvl6pPr indent="-285750" lvl="5" marL="2743200" algn="l">
              <a:lnSpc>
                <a:spcPct val="100000"/>
              </a:lnSpc>
              <a:spcBef>
                <a:spcPts val="0"/>
              </a:spcBef>
              <a:spcAft>
                <a:spcPts val="0"/>
              </a:spcAft>
              <a:buClr>
                <a:schemeClr val="lt1"/>
              </a:buClr>
              <a:buSzPts val="900"/>
              <a:buChar char="■"/>
              <a:defRPr>
                <a:solidFill>
                  <a:schemeClr val="lt1"/>
                </a:solidFill>
              </a:defRPr>
            </a:lvl6pPr>
            <a:lvl7pPr indent="-285750" lvl="6" marL="3200400" algn="l">
              <a:lnSpc>
                <a:spcPct val="100000"/>
              </a:lnSpc>
              <a:spcBef>
                <a:spcPts val="0"/>
              </a:spcBef>
              <a:spcAft>
                <a:spcPts val="0"/>
              </a:spcAft>
              <a:buClr>
                <a:schemeClr val="lt1"/>
              </a:buClr>
              <a:buSzPts val="900"/>
              <a:buChar char="●"/>
              <a:defRPr>
                <a:solidFill>
                  <a:schemeClr val="lt1"/>
                </a:solidFill>
              </a:defRPr>
            </a:lvl7pPr>
            <a:lvl8pPr indent="-285750" lvl="7" marL="3657600" algn="l">
              <a:lnSpc>
                <a:spcPct val="100000"/>
              </a:lnSpc>
              <a:spcBef>
                <a:spcPts val="0"/>
              </a:spcBef>
              <a:spcAft>
                <a:spcPts val="0"/>
              </a:spcAft>
              <a:buClr>
                <a:schemeClr val="lt1"/>
              </a:buClr>
              <a:buSzPts val="900"/>
              <a:buChar char="○"/>
              <a:defRPr>
                <a:solidFill>
                  <a:schemeClr val="lt1"/>
                </a:solidFill>
              </a:defRPr>
            </a:lvl8pPr>
            <a:lvl9pPr indent="-285750" lvl="8" marL="4114800" algn="l">
              <a:lnSpc>
                <a:spcPct val="100000"/>
              </a:lnSpc>
              <a:spcBef>
                <a:spcPts val="0"/>
              </a:spcBef>
              <a:spcAft>
                <a:spcPts val="0"/>
              </a:spcAft>
              <a:buClr>
                <a:schemeClr val="lt1"/>
              </a:buClr>
              <a:buSzPts val="900"/>
              <a:buChar char="■"/>
              <a:defRPr>
                <a:solidFill>
                  <a:schemeClr val="lt1"/>
                </a:solidFill>
              </a:defRPr>
            </a:lvl9pPr>
          </a:lstStyle>
          <a:p/>
        </p:txBody>
      </p:sp>
      <p:cxnSp>
        <p:nvCxnSpPr>
          <p:cNvPr id="141" name="Google Shape;141;p18"/>
          <p:cNvCxnSpPr/>
          <p:nvPr/>
        </p:nvCxnSpPr>
        <p:spPr>
          <a:xfrm flipH="1" rot="10800000">
            <a:off x="225750" y="4678950"/>
            <a:ext cx="8692500" cy="5700"/>
          </a:xfrm>
          <a:prstGeom prst="straightConnector1">
            <a:avLst/>
          </a:prstGeom>
          <a:noFill/>
          <a:ln cap="flat" cmpd="sng" w="9525">
            <a:solidFill>
              <a:schemeClr val="lt1"/>
            </a:solidFill>
            <a:prstDash val="solid"/>
            <a:round/>
            <a:headEnd len="sm" w="sm" type="none"/>
            <a:tailEnd len="sm" w="sm" type="none"/>
          </a:ln>
        </p:spPr>
      </p:cxnSp>
      <p:cxnSp>
        <p:nvCxnSpPr>
          <p:cNvPr id="142" name="Google Shape;142;p18"/>
          <p:cNvCxnSpPr/>
          <p:nvPr/>
        </p:nvCxnSpPr>
        <p:spPr>
          <a:xfrm flipH="1" rot="10800000">
            <a:off x="225750" y="1212350"/>
            <a:ext cx="8692500" cy="5700"/>
          </a:xfrm>
          <a:prstGeom prst="straightConnector1">
            <a:avLst/>
          </a:prstGeom>
          <a:noFill/>
          <a:ln cap="flat" cmpd="sng" w="9525">
            <a:solidFill>
              <a:schemeClr val="lt1"/>
            </a:solidFill>
            <a:prstDash val="solid"/>
            <a:round/>
            <a:headEnd len="sm" w="sm" type="none"/>
            <a:tailEnd len="sm" w="sm" type="none"/>
          </a:ln>
        </p:spPr>
      </p:cxn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ubtitle and image">
  <p:cSld name="CUSTOM_2">
    <p:spTree>
      <p:nvGrpSpPr>
        <p:cNvPr id="143" name="Shape 143"/>
        <p:cNvGrpSpPr/>
        <p:nvPr/>
      </p:nvGrpSpPr>
      <p:grpSpPr>
        <a:xfrm>
          <a:off x="0" y="0"/>
          <a:ext cx="0" cy="0"/>
          <a:chOff x="0" y="0"/>
          <a:chExt cx="0" cy="0"/>
        </a:xfrm>
      </p:grpSpPr>
      <p:sp>
        <p:nvSpPr>
          <p:cNvPr id="144" name="Google Shape;144;p19"/>
          <p:cNvSpPr txBox="1"/>
          <p:nvPr>
            <p:ph idx="12" type="sldNum"/>
          </p:nvPr>
        </p:nvSpPr>
        <p:spPr>
          <a:xfrm>
            <a:off x="7426775" y="4679000"/>
            <a:ext cx="1502400" cy="3243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9pPr>
          </a:lstStyle>
          <a:p>
            <a:pPr indent="0" lvl="0" marL="0" rtl="0" algn="r">
              <a:spcBef>
                <a:spcPts val="0"/>
              </a:spcBef>
              <a:spcAft>
                <a:spcPts val="0"/>
              </a:spcAft>
              <a:buNone/>
            </a:pPr>
            <a:fld id="{00000000-1234-1234-1234-123412341234}" type="slidenum">
              <a:rPr lang="en"/>
              <a:t>‹#›</a:t>
            </a:fld>
            <a:endParaRPr/>
          </a:p>
        </p:txBody>
      </p:sp>
      <p:sp>
        <p:nvSpPr>
          <p:cNvPr id="145" name="Google Shape;145;p19"/>
          <p:cNvSpPr/>
          <p:nvPr>
            <p:ph idx="2" type="pic"/>
          </p:nvPr>
        </p:nvSpPr>
        <p:spPr>
          <a:xfrm>
            <a:off x="228600" y="164350"/>
            <a:ext cx="5751300" cy="4304700"/>
          </a:xfrm>
          <a:prstGeom prst="rect">
            <a:avLst/>
          </a:prstGeom>
          <a:noFill/>
          <a:ln>
            <a:noFill/>
          </a:ln>
        </p:spPr>
      </p:sp>
      <p:sp>
        <p:nvSpPr>
          <p:cNvPr id="146" name="Google Shape;146;p19"/>
          <p:cNvSpPr txBox="1"/>
          <p:nvPr>
            <p:ph type="title"/>
          </p:nvPr>
        </p:nvSpPr>
        <p:spPr>
          <a:xfrm>
            <a:off x="6095100" y="321875"/>
            <a:ext cx="2820300" cy="1520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4500"/>
              <a:buNone/>
              <a:defRPr sz="4500"/>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47" name="Google Shape;147;p19"/>
          <p:cNvSpPr txBox="1"/>
          <p:nvPr>
            <p:ph idx="1" type="subTitle"/>
          </p:nvPr>
        </p:nvSpPr>
        <p:spPr>
          <a:xfrm>
            <a:off x="6095100" y="1842575"/>
            <a:ext cx="2820300" cy="26265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000"/>
              <a:buNone/>
              <a:defRPr/>
            </a:lvl1pPr>
            <a:lvl2pPr lvl="1" algn="l">
              <a:lnSpc>
                <a:spcPct val="100000"/>
              </a:lnSpc>
              <a:spcBef>
                <a:spcPts val="0"/>
              </a:spcBef>
              <a:spcAft>
                <a:spcPts val="0"/>
              </a:spcAft>
              <a:buSzPts val="2000"/>
              <a:buNone/>
              <a:defRPr/>
            </a:lvl2pPr>
            <a:lvl3pPr lvl="2" algn="l">
              <a:lnSpc>
                <a:spcPct val="100000"/>
              </a:lnSpc>
              <a:spcBef>
                <a:spcPts val="0"/>
              </a:spcBef>
              <a:spcAft>
                <a:spcPts val="0"/>
              </a:spcAft>
              <a:buSzPts val="2000"/>
              <a:buNone/>
              <a:defRPr/>
            </a:lvl3pPr>
            <a:lvl4pPr lvl="3" algn="l">
              <a:lnSpc>
                <a:spcPct val="100000"/>
              </a:lnSpc>
              <a:spcBef>
                <a:spcPts val="0"/>
              </a:spcBef>
              <a:spcAft>
                <a:spcPts val="0"/>
              </a:spcAft>
              <a:buSzPts val="2000"/>
              <a:buNone/>
              <a:defRPr/>
            </a:lvl4pPr>
            <a:lvl5pPr lvl="4" algn="l">
              <a:lnSpc>
                <a:spcPct val="100000"/>
              </a:lnSpc>
              <a:spcBef>
                <a:spcPts val="0"/>
              </a:spcBef>
              <a:spcAft>
                <a:spcPts val="0"/>
              </a:spcAft>
              <a:buSzPts val="2000"/>
              <a:buNone/>
              <a:defRPr/>
            </a:lvl5pPr>
            <a:lvl6pPr lvl="5" algn="l">
              <a:lnSpc>
                <a:spcPct val="100000"/>
              </a:lnSpc>
              <a:spcBef>
                <a:spcPts val="0"/>
              </a:spcBef>
              <a:spcAft>
                <a:spcPts val="0"/>
              </a:spcAft>
              <a:buSzPts val="2000"/>
              <a:buNone/>
              <a:defRPr/>
            </a:lvl6pPr>
            <a:lvl7pPr lvl="6" algn="l">
              <a:lnSpc>
                <a:spcPct val="100000"/>
              </a:lnSpc>
              <a:spcBef>
                <a:spcPts val="0"/>
              </a:spcBef>
              <a:spcAft>
                <a:spcPts val="0"/>
              </a:spcAft>
              <a:buSzPts val="2000"/>
              <a:buNone/>
              <a:defRPr/>
            </a:lvl7pPr>
            <a:lvl8pPr lvl="7" algn="l">
              <a:lnSpc>
                <a:spcPct val="100000"/>
              </a:lnSpc>
              <a:spcBef>
                <a:spcPts val="0"/>
              </a:spcBef>
              <a:spcAft>
                <a:spcPts val="0"/>
              </a:spcAft>
              <a:buSzPts val="2000"/>
              <a:buNone/>
              <a:defRPr/>
            </a:lvl8pPr>
            <a:lvl9pPr lvl="8" algn="l">
              <a:lnSpc>
                <a:spcPct val="100000"/>
              </a:lnSpc>
              <a:spcBef>
                <a:spcPts val="0"/>
              </a:spcBef>
              <a:spcAft>
                <a:spcPts val="0"/>
              </a:spcAft>
              <a:buSzPts val="2000"/>
              <a:buNone/>
              <a:defRPr/>
            </a:lvl9pPr>
          </a:lstStyle>
          <a:p/>
        </p:txBody>
      </p:sp>
      <p:sp>
        <p:nvSpPr>
          <p:cNvPr id="148" name="Google Shape;148;p19"/>
          <p:cNvSpPr txBox="1"/>
          <p:nvPr>
            <p:ph idx="3" type="body"/>
          </p:nvPr>
        </p:nvSpPr>
        <p:spPr>
          <a:xfrm>
            <a:off x="228600" y="4679000"/>
            <a:ext cx="4343400" cy="324300"/>
          </a:xfrm>
          <a:prstGeom prst="rect">
            <a:avLst/>
          </a:prstGeom>
          <a:noFill/>
          <a:ln>
            <a:noFill/>
          </a:ln>
        </p:spPr>
        <p:txBody>
          <a:bodyPr anchorCtr="0" anchor="t" bIns="91425" lIns="91425" spcFirstLastPara="1" rIns="91425" wrap="square" tIns="91425">
            <a:noAutofit/>
          </a:bodyPr>
          <a:lstStyle>
            <a:lvl1pPr indent="-285750" lvl="0" marL="457200" algn="l">
              <a:lnSpc>
                <a:spcPct val="100000"/>
              </a:lnSpc>
              <a:spcBef>
                <a:spcPts val="0"/>
              </a:spcBef>
              <a:spcAft>
                <a:spcPts val="0"/>
              </a:spcAft>
              <a:buSzPts val="900"/>
              <a:buChar char="●"/>
              <a:defRPr/>
            </a:lvl1pPr>
            <a:lvl2pPr indent="-285750" lvl="1" marL="914400" algn="l">
              <a:lnSpc>
                <a:spcPct val="100000"/>
              </a:lnSpc>
              <a:spcBef>
                <a:spcPts val="0"/>
              </a:spcBef>
              <a:spcAft>
                <a:spcPts val="0"/>
              </a:spcAft>
              <a:buSzPts val="900"/>
              <a:buChar char="○"/>
              <a:defRPr/>
            </a:lvl2pPr>
            <a:lvl3pPr indent="-285750" lvl="2" marL="1371600" algn="l">
              <a:lnSpc>
                <a:spcPct val="100000"/>
              </a:lnSpc>
              <a:spcBef>
                <a:spcPts val="0"/>
              </a:spcBef>
              <a:spcAft>
                <a:spcPts val="0"/>
              </a:spcAft>
              <a:buSzPts val="900"/>
              <a:buChar char="■"/>
              <a:defRPr/>
            </a:lvl3pPr>
            <a:lvl4pPr indent="-285750" lvl="3" marL="1828800" algn="l">
              <a:lnSpc>
                <a:spcPct val="100000"/>
              </a:lnSpc>
              <a:spcBef>
                <a:spcPts val="0"/>
              </a:spcBef>
              <a:spcAft>
                <a:spcPts val="0"/>
              </a:spcAft>
              <a:buSzPts val="900"/>
              <a:buChar char="●"/>
              <a:defRPr/>
            </a:lvl4pPr>
            <a:lvl5pPr indent="-285750" lvl="4" marL="2286000" algn="l">
              <a:lnSpc>
                <a:spcPct val="100000"/>
              </a:lnSpc>
              <a:spcBef>
                <a:spcPts val="0"/>
              </a:spcBef>
              <a:spcAft>
                <a:spcPts val="0"/>
              </a:spcAft>
              <a:buSzPts val="900"/>
              <a:buChar char="○"/>
              <a:defRPr/>
            </a:lvl5pPr>
            <a:lvl6pPr indent="-285750" lvl="5" marL="2743200" algn="l">
              <a:lnSpc>
                <a:spcPct val="100000"/>
              </a:lnSpc>
              <a:spcBef>
                <a:spcPts val="0"/>
              </a:spcBef>
              <a:spcAft>
                <a:spcPts val="0"/>
              </a:spcAft>
              <a:buSzPts val="900"/>
              <a:buChar char="■"/>
              <a:defRPr/>
            </a:lvl6pPr>
            <a:lvl7pPr indent="-285750" lvl="6" marL="3200400" algn="l">
              <a:lnSpc>
                <a:spcPct val="100000"/>
              </a:lnSpc>
              <a:spcBef>
                <a:spcPts val="0"/>
              </a:spcBef>
              <a:spcAft>
                <a:spcPts val="0"/>
              </a:spcAft>
              <a:buSzPts val="900"/>
              <a:buChar char="●"/>
              <a:defRPr/>
            </a:lvl7pPr>
            <a:lvl8pPr indent="-285750" lvl="7" marL="3657600" algn="l">
              <a:lnSpc>
                <a:spcPct val="100000"/>
              </a:lnSpc>
              <a:spcBef>
                <a:spcPts val="0"/>
              </a:spcBef>
              <a:spcAft>
                <a:spcPts val="0"/>
              </a:spcAft>
              <a:buSzPts val="900"/>
              <a:buChar char="○"/>
              <a:defRPr/>
            </a:lvl8pPr>
            <a:lvl9pPr indent="-285750" lvl="8" marL="4114800" algn="l">
              <a:lnSpc>
                <a:spcPct val="100000"/>
              </a:lnSpc>
              <a:spcBef>
                <a:spcPts val="0"/>
              </a:spcBef>
              <a:spcAft>
                <a:spcPts val="0"/>
              </a:spcAft>
              <a:buSzPts val="900"/>
              <a:buChar char="■"/>
              <a:defRPr/>
            </a:lvl9pPr>
          </a:lstStyle>
          <a:p/>
        </p:txBody>
      </p:sp>
      <p:cxnSp>
        <p:nvCxnSpPr>
          <p:cNvPr id="149" name="Google Shape;149;p19"/>
          <p:cNvCxnSpPr/>
          <p:nvPr/>
        </p:nvCxnSpPr>
        <p:spPr>
          <a:xfrm flipH="1" rot="10800000">
            <a:off x="225750" y="4678950"/>
            <a:ext cx="8692500" cy="5700"/>
          </a:xfrm>
          <a:prstGeom prst="straightConnector1">
            <a:avLst/>
          </a:prstGeom>
          <a:noFill/>
          <a:ln cap="flat" cmpd="sng" w="9525">
            <a:solidFill>
              <a:schemeClr val="dk1"/>
            </a:solidFill>
            <a:prstDash val="solid"/>
            <a:round/>
            <a:headEnd len="sm" w="sm" type="none"/>
            <a:tailEnd len="sm" w="sm" type="none"/>
          </a:ln>
        </p:spPr>
      </p:cxn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column text">
  <p:cSld name="TITLE_ONLY_1">
    <p:spTree>
      <p:nvGrpSpPr>
        <p:cNvPr id="150" name="Shape 150"/>
        <p:cNvGrpSpPr/>
        <p:nvPr/>
      </p:nvGrpSpPr>
      <p:grpSpPr>
        <a:xfrm>
          <a:off x="0" y="0"/>
          <a:ext cx="0" cy="0"/>
          <a:chOff x="0" y="0"/>
          <a:chExt cx="0" cy="0"/>
        </a:xfrm>
      </p:grpSpPr>
      <p:sp>
        <p:nvSpPr>
          <p:cNvPr id="151" name="Google Shape;151;p20"/>
          <p:cNvSpPr txBox="1"/>
          <p:nvPr>
            <p:ph idx="12" type="sldNum"/>
          </p:nvPr>
        </p:nvSpPr>
        <p:spPr>
          <a:xfrm>
            <a:off x="7426775" y="4679000"/>
            <a:ext cx="1502400" cy="3243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9pPr>
          </a:lstStyle>
          <a:p>
            <a:pPr indent="0" lvl="0" marL="0" rtl="0" algn="r">
              <a:spcBef>
                <a:spcPts val="0"/>
              </a:spcBef>
              <a:spcAft>
                <a:spcPts val="0"/>
              </a:spcAft>
              <a:buNone/>
            </a:pPr>
            <a:fld id="{00000000-1234-1234-1234-123412341234}" type="slidenum">
              <a:rPr lang="en"/>
              <a:t>‹#›</a:t>
            </a:fld>
            <a:endParaRPr/>
          </a:p>
        </p:txBody>
      </p:sp>
      <p:sp>
        <p:nvSpPr>
          <p:cNvPr id="152" name="Google Shape;152;p20"/>
          <p:cNvSpPr txBox="1"/>
          <p:nvPr>
            <p:ph idx="1" type="body"/>
          </p:nvPr>
        </p:nvSpPr>
        <p:spPr>
          <a:xfrm>
            <a:off x="370100" y="3868750"/>
            <a:ext cx="1889400" cy="641400"/>
          </a:xfrm>
          <a:prstGeom prst="rect">
            <a:avLst/>
          </a:prstGeom>
          <a:noFill/>
          <a:ln>
            <a:noFill/>
          </a:ln>
        </p:spPr>
        <p:txBody>
          <a:bodyPr anchorCtr="0" anchor="b" bIns="91425" lIns="91425" spcFirstLastPara="1" rIns="91425" wrap="square" tIns="91425">
            <a:noAutofit/>
          </a:bodyPr>
          <a:lstStyle>
            <a:lvl1pPr indent="-285750" lvl="0" marL="457200" algn="l">
              <a:lnSpc>
                <a:spcPct val="100000"/>
              </a:lnSpc>
              <a:spcBef>
                <a:spcPts val="0"/>
              </a:spcBef>
              <a:spcAft>
                <a:spcPts val="0"/>
              </a:spcAft>
              <a:buSzPts val="900"/>
              <a:buChar char="●"/>
              <a:defRPr/>
            </a:lvl1pPr>
            <a:lvl2pPr indent="-285750" lvl="1" marL="914400" algn="l">
              <a:lnSpc>
                <a:spcPct val="100000"/>
              </a:lnSpc>
              <a:spcBef>
                <a:spcPts val="0"/>
              </a:spcBef>
              <a:spcAft>
                <a:spcPts val="0"/>
              </a:spcAft>
              <a:buSzPts val="900"/>
              <a:buChar char="○"/>
              <a:defRPr/>
            </a:lvl2pPr>
            <a:lvl3pPr indent="-285750" lvl="2" marL="1371600" algn="l">
              <a:lnSpc>
                <a:spcPct val="100000"/>
              </a:lnSpc>
              <a:spcBef>
                <a:spcPts val="0"/>
              </a:spcBef>
              <a:spcAft>
                <a:spcPts val="0"/>
              </a:spcAft>
              <a:buSzPts val="900"/>
              <a:buChar char="■"/>
              <a:defRPr/>
            </a:lvl3pPr>
            <a:lvl4pPr indent="-285750" lvl="3" marL="1828800" algn="l">
              <a:lnSpc>
                <a:spcPct val="100000"/>
              </a:lnSpc>
              <a:spcBef>
                <a:spcPts val="0"/>
              </a:spcBef>
              <a:spcAft>
                <a:spcPts val="0"/>
              </a:spcAft>
              <a:buSzPts val="900"/>
              <a:buChar char="●"/>
              <a:defRPr/>
            </a:lvl4pPr>
            <a:lvl5pPr indent="-285750" lvl="4" marL="2286000" algn="l">
              <a:lnSpc>
                <a:spcPct val="100000"/>
              </a:lnSpc>
              <a:spcBef>
                <a:spcPts val="0"/>
              </a:spcBef>
              <a:spcAft>
                <a:spcPts val="0"/>
              </a:spcAft>
              <a:buSzPts val="900"/>
              <a:buChar char="○"/>
              <a:defRPr/>
            </a:lvl5pPr>
            <a:lvl6pPr indent="-285750" lvl="5" marL="2743200" algn="l">
              <a:lnSpc>
                <a:spcPct val="100000"/>
              </a:lnSpc>
              <a:spcBef>
                <a:spcPts val="0"/>
              </a:spcBef>
              <a:spcAft>
                <a:spcPts val="0"/>
              </a:spcAft>
              <a:buSzPts val="900"/>
              <a:buChar char="■"/>
              <a:defRPr/>
            </a:lvl6pPr>
            <a:lvl7pPr indent="-285750" lvl="6" marL="3200400" algn="l">
              <a:lnSpc>
                <a:spcPct val="100000"/>
              </a:lnSpc>
              <a:spcBef>
                <a:spcPts val="0"/>
              </a:spcBef>
              <a:spcAft>
                <a:spcPts val="0"/>
              </a:spcAft>
              <a:buSzPts val="900"/>
              <a:buChar char="●"/>
              <a:defRPr/>
            </a:lvl7pPr>
            <a:lvl8pPr indent="-285750" lvl="7" marL="3657600" algn="l">
              <a:lnSpc>
                <a:spcPct val="100000"/>
              </a:lnSpc>
              <a:spcBef>
                <a:spcPts val="0"/>
              </a:spcBef>
              <a:spcAft>
                <a:spcPts val="0"/>
              </a:spcAft>
              <a:buSzPts val="900"/>
              <a:buChar char="○"/>
              <a:defRPr/>
            </a:lvl8pPr>
            <a:lvl9pPr indent="-285750" lvl="8" marL="4114800" algn="l">
              <a:lnSpc>
                <a:spcPct val="100000"/>
              </a:lnSpc>
              <a:spcBef>
                <a:spcPts val="0"/>
              </a:spcBef>
              <a:spcAft>
                <a:spcPts val="0"/>
              </a:spcAft>
              <a:buSzPts val="900"/>
              <a:buChar char="■"/>
              <a:defRPr/>
            </a:lvl9pPr>
          </a:lstStyle>
          <a:p/>
        </p:txBody>
      </p:sp>
      <p:sp>
        <p:nvSpPr>
          <p:cNvPr id="153" name="Google Shape;153;p20"/>
          <p:cNvSpPr txBox="1"/>
          <p:nvPr>
            <p:ph idx="2" type="body"/>
          </p:nvPr>
        </p:nvSpPr>
        <p:spPr>
          <a:xfrm>
            <a:off x="2541453" y="3868750"/>
            <a:ext cx="1889400" cy="641400"/>
          </a:xfrm>
          <a:prstGeom prst="rect">
            <a:avLst/>
          </a:prstGeom>
          <a:noFill/>
          <a:ln>
            <a:noFill/>
          </a:ln>
        </p:spPr>
        <p:txBody>
          <a:bodyPr anchorCtr="0" anchor="b" bIns="91425" lIns="91425" spcFirstLastPara="1" rIns="91425" wrap="square" tIns="91425">
            <a:noAutofit/>
          </a:bodyPr>
          <a:lstStyle>
            <a:lvl1pPr indent="-285750" lvl="0" marL="457200" algn="l">
              <a:lnSpc>
                <a:spcPct val="100000"/>
              </a:lnSpc>
              <a:spcBef>
                <a:spcPts val="0"/>
              </a:spcBef>
              <a:spcAft>
                <a:spcPts val="0"/>
              </a:spcAft>
              <a:buSzPts val="900"/>
              <a:buChar char="●"/>
              <a:defRPr/>
            </a:lvl1pPr>
            <a:lvl2pPr indent="-285750" lvl="1" marL="914400" algn="l">
              <a:lnSpc>
                <a:spcPct val="100000"/>
              </a:lnSpc>
              <a:spcBef>
                <a:spcPts val="0"/>
              </a:spcBef>
              <a:spcAft>
                <a:spcPts val="0"/>
              </a:spcAft>
              <a:buSzPts val="900"/>
              <a:buChar char="○"/>
              <a:defRPr/>
            </a:lvl2pPr>
            <a:lvl3pPr indent="-285750" lvl="2" marL="1371600" algn="l">
              <a:lnSpc>
                <a:spcPct val="100000"/>
              </a:lnSpc>
              <a:spcBef>
                <a:spcPts val="0"/>
              </a:spcBef>
              <a:spcAft>
                <a:spcPts val="0"/>
              </a:spcAft>
              <a:buSzPts val="900"/>
              <a:buChar char="■"/>
              <a:defRPr/>
            </a:lvl3pPr>
            <a:lvl4pPr indent="-285750" lvl="3" marL="1828800" algn="l">
              <a:lnSpc>
                <a:spcPct val="100000"/>
              </a:lnSpc>
              <a:spcBef>
                <a:spcPts val="0"/>
              </a:spcBef>
              <a:spcAft>
                <a:spcPts val="0"/>
              </a:spcAft>
              <a:buSzPts val="900"/>
              <a:buChar char="●"/>
              <a:defRPr/>
            </a:lvl4pPr>
            <a:lvl5pPr indent="-285750" lvl="4" marL="2286000" algn="l">
              <a:lnSpc>
                <a:spcPct val="100000"/>
              </a:lnSpc>
              <a:spcBef>
                <a:spcPts val="0"/>
              </a:spcBef>
              <a:spcAft>
                <a:spcPts val="0"/>
              </a:spcAft>
              <a:buSzPts val="900"/>
              <a:buChar char="○"/>
              <a:defRPr/>
            </a:lvl5pPr>
            <a:lvl6pPr indent="-285750" lvl="5" marL="2743200" algn="l">
              <a:lnSpc>
                <a:spcPct val="100000"/>
              </a:lnSpc>
              <a:spcBef>
                <a:spcPts val="0"/>
              </a:spcBef>
              <a:spcAft>
                <a:spcPts val="0"/>
              </a:spcAft>
              <a:buSzPts val="900"/>
              <a:buChar char="■"/>
              <a:defRPr/>
            </a:lvl6pPr>
            <a:lvl7pPr indent="-285750" lvl="6" marL="3200400" algn="l">
              <a:lnSpc>
                <a:spcPct val="100000"/>
              </a:lnSpc>
              <a:spcBef>
                <a:spcPts val="0"/>
              </a:spcBef>
              <a:spcAft>
                <a:spcPts val="0"/>
              </a:spcAft>
              <a:buSzPts val="900"/>
              <a:buChar char="●"/>
              <a:defRPr/>
            </a:lvl7pPr>
            <a:lvl8pPr indent="-285750" lvl="7" marL="3657600" algn="l">
              <a:lnSpc>
                <a:spcPct val="100000"/>
              </a:lnSpc>
              <a:spcBef>
                <a:spcPts val="0"/>
              </a:spcBef>
              <a:spcAft>
                <a:spcPts val="0"/>
              </a:spcAft>
              <a:buSzPts val="900"/>
              <a:buChar char="○"/>
              <a:defRPr/>
            </a:lvl8pPr>
            <a:lvl9pPr indent="-285750" lvl="8" marL="4114800" algn="l">
              <a:lnSpc>
                <a:spcPct val="100000"/>
              </a:lnSpc>
              <a:spcBef>
                <a:spcPts val="0"/>
              </a:spcBef>
              <a:spcAft>
                <a:spcPts val="0"/>
              </a:spcAft>
              <a:buSzPts val="900"/>
              <a:buChar char="■"/>
              <a:defRPr/>
            </a:lvl9pPr>
          </a:lstStyle>
          <a:p/>
        </p:txBody>
      </p:sp>
      <p:sp>
        <p:nvSpPr>
          <p:cNvPr id="154" name="Google Shape;154;p20"/>
          <p:cNvSpPr txBox="1"/>
          <p:nvPr>
            <p:ph idx="3" type="body"/>
          </p:nvPr>
        </p:nvSpPr>
        <p:spPr>
          <a:xfrm>
            <a:off x="4713154" y="3868750"/>
            <a:ext cx="1889400" cy="641400"/>
          </a:xfrm>
          <a:prstGeom prst="rect">
            <a:avLst/>
          </a:prstGeom>
          <a:noFill/>
          <a:ln>
            <a:noFill/>
          </a:ln>
        </p:spPr>
        <p:txBody>
          <a:bodyPr anchorCtr="0" anchor="b" bIns="91425" lIns="91425" spcFirstLastPara="1" rIns="91425" wrap="square" tIns="91425">
            <a:noAutofit/>
          </a:bodyPr>
          <a:lstStyle>
            <a:lvl1pPr indent="-285750" lvl="0" marL="457200" algn="l">
              <a:lnSpc>
                <a:spcPct val="100000"/>
              </a:lnSpc>
              <a:spcBef>
                <a:spcPts val="0"/>
              </a:spcBef>
              <a:spcAft>
                <a:spcPts val="0"/>
              </a:spcAft>
              <a:buSzPts val="900"/>
              <a:buChar char="●"/>
              <a:defRPr/>
            </a:lvl1pPr>
            <a:lvl2pPr indent="-285750" lvl="1" marL="914400" algn="l">
              <a:lnSpc>
                <a:spcPct val="100000"/>
              </a:lnSpc>
              <a:spcBef>
                <a:spcPts val="0"/>
              </a:spcBef>
              <a:spcAft>
                <a:spcPts val="0"/>
              </a:spcAft>
              <a:buSzPts val="900"/>
              <a:buChar char="○"/>
              <a:defRPr/>
            </a:lvl2pPr>
            <a:lvl3pPr indent="-285750" lvl="2" marL="1371600" algn="l">
              <a:lnSpc>
                <a:spcPct val="100000"/>
              </a:lnSpc>
              <a:spcBef>
                <a:spcPts val="0"/>
              </a:spcBef>
              <a:spcAft>
                <a:spcPts val="0"/>
              </a:spcAft>
              <a:buSzPts val="900"/>
              <a:buChar char="■"/>
              <a:defRPr/>
            </a:lvl3pPr>
            <a:lvl4pPr indent="-285750" lvl="3" marL="1828800" algn="l">
              <a:lnSpc>
                <a:spcPct val="100000"/>
              </a:lnSpc>
              <a:spcBef>
                <a:spcPts val="0"/>
              </a:spcBef>
              <a:spcAft>
                <a:spcPts val="0"/>
              </a:spcAft>
              <a:buSzPts val="900"/>
              <a:buChar char="●"/>
              <a:defRPr/>
            </a:lvl4pPr>
            <a:lvl5pPr indent="-285750" lvl="4" marL="2286000" algn="l">
              <a:lnSpc>
                <a:spcPct val="100000"/>
              </a:lnSpc>
              <a:spcBef>
                <a:spcPts val="0"/>
              </a:spcBef>
              <a:spcAft>
                <a:spcPts val="0"/>
              </a:spcAft>
              <a:buSzPts val="900"/>
              <a:buChar char="○"/>
              <a:defRPr/>
            </a:lvl5pPr>
            <a:lvl6pPr indent="-285750" lvl="5" marL="2743200" algn="l">
              <a:lnSpc>
                <a:spcPct val="100000"/>
              </a:lnSpc>
              <a:spcBef>
                <a:spcPts val="0"/>
              </a:spcBef>
              <a:spcAft>
                <a:spcPts val="0"/>
              </a:spcAft>
              <a:buSzPts val="900"/>
              <a:buChar char="■"/>
              <a:defRPr/>
            </a:lvl6pPr>
            <a:lvl7pPr indent="-285750" lvl="6" marL="3200400" algn="l">
              <a:lnSpc>
                <a:spcPct val="100000"/>
              </a:lnSpc>
              <a:spcBef>
                <a:spcPts val="0"/>
              </a:spcBef>
              <a:spcAft>
                <a:spcPts val="0"/>
              </a:spcAft>
              <a:buSzPts val="900"/>
              <a:buChar char="●"/>
              <a:defRPr/>
            </a:lvl7pPr>
            <a:lvl8pPr indent="-285750" lvl="7" marL="3657600" algn="l">
              <a:lnSpc>
                <a:spcPct val="100000"/>
              </a:lnSpc>
              <a:spcBef>
                <a:spcPts val="0"/>
              </a:spcBef>
              <a:spcAft>
                <a:spcPts val="0"/>
              </a:spcAft>
              <a:buSzPts val="900"/>
              <a:buChar char="○"/>
              <a:defRPr/>
            </a:lvl8pPr>
            <a:lvl9pPr indent="-285750" lvl="8" marL="4114800" algn="l">
              <a:lnSpc>
                <a:spcPct val="100000"/>
              </a:lnSpc>
              <a:spcBef>
                <a:spcPts val="0"/>
              </a:spcBef>
              <a:spcAft>
                <a:spcPts val="0"/>
              </a:spcAft>
              <a:buSzPts val="900"/>
              <a:buChar char="■"/>
              <a:defRPr/>
            </a:lvl9pPr>
          </a:lstStyle>
          <a:p/>
        </p:txBody>
      </p:sp>
      <p:sp>
        <p:nvSpPr>
          <p:cNvPr id="155" name="Google Shape;155;p20"/>
          <p:cNvSpPr txBox="1"/>
          <p:nvPr>
            <p:ph idx="4" type="body"/>
          </p:nvPr>
        </p:nvSpPr>
        <p:spPr>
          <a:xfrm>
            <a:off x="6884852" y="3868750"/>
            <a:ext cx="1889400" cy="641400"/>
          </a:xfrm>
          <a:prstGeom prst="rect">
            <a:avLst/>
          </a:prstGeom>
          <a:noFill/>
          <a:ln>
            <a:noFill/>
          </a:ln>
        </p:spPr>
        <p:txBody>
          <a:bodyPr anchorCtr="0" anchor="b" bIns="91425" lIns="91425" spcFirstLastPara="1" rIns="91425" wrap="square" tIns="91425">
            <a:noAutofit/>
          </a:bodyPr>
          <a:lstStyle>
            <a:lvl1pPr indent="-285750" lvl="0" marL="457200" algn="l">
              <a:lnSpc>
                <a:spcPct val="100000"/>
              </a:lnSpc>
              <a:spcBef>
                <a:spcPts val="0"/>
              </a:spcBef>
              <a:spcAft>
                <a:spcPts val="0"/>
              </a:spcAft>
              <a:buSzPts val="900"/>
              <a:buChar char="●"/>
              <a:defRPr/>
            </a:lvl1pPr>
            <a:lvl2pPr indent="-285750" lvl="1" marL="914400" algn="l">
              <a:lnSpc>
                <a:spcPct val="100000"/>
              </a:lnSpc>
              <a:spcBef>
                <a:spcPts val="0"/>
              </a:spcBef>
              <a:spcAft>
                <a:spcPts val="0"/>
              </a:spcAft>
              <a:buSzPts val="900"/>
              <a:buChar char="○"/>
              <a:defRPr/>
            </a:lvl2pPr>
            <a:lvl3pPr indent="-285750" lvl="2" marL="1371600" algn="l">
              <a:lnSpc>
                <a:spcPct val="100000"/>
              </a:lnSpc>
              <a:spcBef>
                <a:spcPts val="0"/>
              </a:spcBef>
              <a:spcAft>
                <a:spcPts val="0"/>
              </a:spcAft>
              <a:buSzPts val="900"/>
              <a:buChar char="■"/>
              <a:defRPr/>
            </a:lvl3pPr>
            <a:lvl4pPr indent="-285750" lvl="3" marL="1828800" algn="l">
              <a:lnSpc>
                <a:spcPct val="100000"/>
              </a:lnSpc>
              <a:spcBef>
                <a:spcPts val="0"/>
              </a:spcBef>
              <a:spcAft>
                <a:spcPts val="0"/>
              </a:spcAft>
              <a:buSzPts val="900"/>
              <a:buChar char="●"/>
              <a:defRPr/>
            </a:lvl4pPr>
            <a:lvl5pPr indent="-285750" lvl="4" marL="2286000" algn="l">
              <a:lnSpc>
                <a:spcPct val="100000"/>
              </a:lnSpc>
              <a:spcBef>
                <a:spcPts val="0"/>
              </a:spcBef>
              <a:spcAft>
                <a:spcPts val="0"/>
              </a:spcAft>
              <a:buSzPts val="900"/>
              <a:buChar char="○"/>
              <a:defRPr/>
            </a:lvl5pPr>
            <a:lvl6pPr indent="-285750" lvl="5" marL="2743200" algn="l">
              <a:lnSpc>
                <a:spcPct val="100000"/>
              </a:lnSpc>
              <a:spcBef>
                <a:spcPts val="0"/>
              </a:spcBef>
              <a:spcAft>
                <a:spcPts val="0"/>
              </a:spcAft>
              <a:buSzPts val="900"/>
              <a:buChar char="■"/>
              <a:defRPr/>
            </a:lvl6pPr>
            <a:lvl7pPr indent="-285750" lvl="6" marL="3200400" algn="l">
              <a:lnSpc>
                <a:spcPct val="100000"/>
              </a:lnSpc>
              <a:spcBef>
                <a:spcPts val="0"/>
              </a:spcBef>
              <a:spcAft>
                <a:spcPts val="0"/>
              </a:spcAft>
              <a:buSzPts val="900"/>
              <a:buChar char="●"/>
              <a:defRPr/>
            </a:lvl7pPr>
            <a:lvl8pPr indent="-285750" lvl="7" marL="3657600" algn="l">
              <a:lnSpc>
                <a:spcPct val="100000"/>
              </a:lnSpc>
              <a:spcBef>
                <a:spcPts val="0"/>
              </a:spcBef>
              <a:spcAft>
                <a:spcPts val="0"/>
              </a:spcAft>
              <a:buSzPts val="900"/>
              <a:buChar char="○"/>
              <a:defRPr/>
            </a:lvl8pPr>
            <a:lvl9pPr indent="-285750" lvl="8" marL="4114800" algn="l">
              <a:lnSpc>
                <a:spcPct val="100000"/>
              </a:lnSpc>
              <a:spcBef>
                <a:spcPts val="0"/>
              </a:spcBef>
              <a:spcAft>
                <a:spcPts val="0"/>
              </a:spcAft>
              <a:buSzPts val="900"/>
              <a:buChar char="■"/>
              <a:defRPr/>
            </a:lvl9pPr>
          </a:lstStyle>
          <a:p/>
        </p:txBody>
      </p:sp>
      <p:sp>
        <p:nvSpPr>
          <p:cNvPr id="156" name="Google Shape;156;p20"/>
          <p:cNvSpPr txBox="1"/>
          <p:nvPr>
            <p:ph idx="5" type="subTitle"/>
          </p:nvPr>
        </p:nvSpPr>
        <p:spPr>
          <a:xfrm>
            <a:off x="370100" y="495319"/>
            <a:ext cx="1889400" cy="10923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000"/>
              <a:buNone/>
              <a:defRPr/>
            </a:lvl1pPr>
            <a:lvl2pPr lvl="1" algn="l">
              <a:lnSpc>
                <a:spcPct val="100000"/>
              </a:lnSpc>
              <a:spcBef>
                <a:spcPts val="0"/>
              </a:spcBef>
              <a:spcAft>
                <a:spcPts val="0"/>
              </a:spcAft>
              <a:buSzPts val="2000"/>
              <a:buNone/>
              <a:defRPr/>
            </a:lvl2pPr>
            <a:lvl3pPr lvl="2" algn="l">
              <a:lnSpc>
                <a:spcPct val="100000"/>
              </a:lnSpc>
              <a:spcBef>
                <a:spcPts val="0"/>
              </a:spcBef>
              <a:spcAft>
                <a:spcPts val="0"/>
              </a:spcAft>
              <a:buSzPts val="2000"/>
              <a:buNone/>
              <a:defRPr/>
            </a:lvl3pPr>
            <a:lvl4pPr lvl="3" algn="l">
              <a:lnSpc>
                <a:spcPct val="100000"/>
              </a:lnSpc>
              <a:spcBef>
                <a:spcPts val="0"/>
              </a:spcBef>
              <a:spcAft>
                <a:spcPts val="0"/>
              </a:spcAft>
              <a:buSzPts val="2000"/>
              <a:buNone/>
              <a:defRPr/>
            </a:lvl4pPr>
            <a:lvl5pPr lvl="4" algn="l">
              <a:lnSpc>
                <a:spcPct val="100000"/>
              </a:lnSpc>
              <a:spcBef>
                <a:spcPts val="0"/>
              </a:spcBef>
              <a:spcAft>
                <a:spcPts val="0"/>
              </a:spcAft>
              <a:buSzPts val="2000"/>
              <a:buNone/>
              <a:defRPr/>
            </a:lvl5pPr>
            <a:lvl6pPr lvl="5" algn="l">
              <a:lnSpc>
                <a:spcPct val="100000"/>
              </a:lnSpc>
              <a:spcBef>
                <a:spcPts val="0"/>
              </a:spcBef>
              <a:spcAft>
                <a:spcPts val="0"/>
              </a:spcAft>
              <a:buSzPts val="2000"/>
              <a:buNone/>
              <a:defRPr/>
            </a:lvl6pPr>
            <a:lvl7pPr lvl="6" algn="l">
              <a:lnSpc>
                <a:spcPct val="100000"/>
              </a:lnSpc>
              <a:spcBef>
                <a:spcPts val="0"/>
              </a:spcBef>
              <a:spcAft>
                <a:spcPts val="0"/>
              </a:spcAft>
              <a:buSzPts val="2000"/>
              <a:buNone/>
              <a:defRPr/>
            </a:lvl7pPr>
            <a:lvl8pPr lvl="7" algn="l">
              <a:lnSpc>
                <a:spcPct val="100000"/>
              </a:lnSpc>
              <a:spcBef>
                <a:spcPts val="0"/>
              </a:spcBef>
              <a:spcAft>
                <a:spcPts val="0"/>
              </a:spcAft>
              <a:buSzPts val="2000"/>
              <a:buNone/>
              <a:defRPr/>
            </a:lvl8pPr>
            <a:lvl9pPr lvl="8" algn="l">
              <a:lnSpc>
                <a:spcPct val="100000"/>
              </a:lnSpc>
              <a:spcBef>
                <a:spcPts val="0"/>
              </a:spcBef>
              <a:spcAft>
                <a:spcPts val="0"/>
              </a:spcAft>
              <a:buSzPts val="2000"/>
              <a:buNone/>
              <a:defRPr/>
            </a:lvl9pPr>
          </a:lstStyle>
          <a:p/>
        </p:txBody>
      </p:sp>
      <p:sp>
        <p:nvSpPr>
          <p:cNvPr id="157" name="Google Shape;157;p20"/>
          <p:cNvSpPr txBox="1"/>
          <p:nvPr>
            <p:ph idx="6" type="subTitle"/>
          </p:nvPr>
        </p:nvSpPr>
        <p:spPr>
          <a:xfrm>
            <a:off x="2541450" y="495319"/>
            <a:ext cx="1889400" cy="10923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000"/>
              <a:buNone/>
              <a:defRPr/>
            </a:lvl1pPr>
            <a:lvl2pPr lvl="1" algn="l">
              <a:lnSpc>
                <a:spcPct val="100000"/>
              </a:lnSpc>
              <a:spcBef>
                <a:spcPts val="0"/>
              </a:spcBef>
              <a:spcAft>
                <a:spcPts val="0"/>
              </a:spcAft>
              <a:buSzPts val="2000"/>
              <a:buNone/>
              <a:defRPr/>
            </a:lvl2pPr>
            <a:lvl3pPr lvl="2" algn="l">
              <a:lnSpc>
                <a:spcPct val="100000"/>
              </a:lnSpc>
              <a:spcBef>
                <a:spcPts val="0"/>
              </a:spcBef>
              <a:spcAft>
                <a:spcPts val="0"/>
              </a:spcAft>
              <a:buSzPts val="2000"/>
              <a:buNone/>
              <a:defRPr/>
            </a:lvl3pPr>
            <a:lvl4pPr lvl="3" algn="l">
              <a:lnSpc>
                <a:spcPct val="100000"/>
              </a:lnSpc>
              <a:spcBef>
                <a:spcPts val="0"/>
              </a:spcBef>
              <a:spcAft>
                <a:spcPts val="0"/>
              </a:spcAft>
              <a:buSzPts val="2000"/>
              <a:buNone/>
              <a:defRPr/>
            </a:lvl4pPr>
            <a:lvl5pPr lvl="4" algn="l">
              <a:lnSpc>
                <a:spcPct val="100000"/>
              </a:lnSpc>
              <a:spcBef>
                <a:spcPts val="0"/>
              </a:spcBef>
              <a:spcAft>
                <a:spcPts val="0"/>
              </a:spcAft>
              <a:buSzPts val="2000"/>
              <a:buNone/>
              <a:defRPr/>
            </a:lvl5pPr>
            <a:lvl6pPr lvl="5" algn="l">
              <a:lnSpc>
                <a:spcPct val="100000"/>
              </a:lnSpc>
              <a:spcBef>
                <a:spcPts val="0"/>
              </a:spcBef>
              <a:spcAft>
                <a:spcPts val="0"/>
              </a:spcAft>
              <a:buSzPts val="2000"/>
              <a:buNone/>
              <a:defRPr/>
            </a:lvl6pPr>
            <a:lvl7pPr lvl="6" algn="l">
              <a:lnSpc>
                <a:spcPct val="100000"/>
              </a:lnSpc>
              <a:spcBef>
                <a:spcPts val="0"/>
              </a:spcBef>
              <a:spcAft>
                <a:spcPts val="0"/>
              </a:spcAft>
              <a:buSzPts val="2000"/>
              <a:buNone/>
              <a:defRPr/>
            </a:lvl7pPr>
            <a:lvl8pPr lvl="7" algn="l">
              <a:lnSpc>
                <a:spcPct val="100000"/>
              </a:lnSpc>
              <a:spcBef>
                <a:spcPts val="0"/>
              </a:spcBef>
              <a:spcAft>
                <a:spcPts val="0"/>
              </a:spcAft>
              <a:buSzPts val="2000"/>
              <a:buNone/>
              <a:defRPr/>
            </a:lvl8pPr>
            <a:lvl9pPr lvl="8" algn="l">
              <a:lnSpc>
                <a:spcPct val="100000"/>
              </a:lnSpc>
              <a:spcBef>
                <a:spcPts val="0"/>
              </a:spcBef>
              <a:spcAft>
                <a:spcPts val="0"/>
              </a:spcAft>
              <a:buSzPts val="2000"/>
              <a:buNone/>
              <a:defRPr/>
            </a:lvl9pPr>
          </a:lstStyle>
          <a:p/>
        </p:txBody>
      </p:sp>
      <p:sp>
        <p:nvSpPr>
          <p:cNvPr id="158" name="Google Shape;158;p20"/>
          <p:cNvSpPr txBox="1"/>
          <p:nvPr>
            <p:ph idx="7" type="subTitle"/>
          </p:nvPr>
        </p:nvSpPr>
        <p:spPr>
          <a:xfrm>
            <a:off x="4712800" y="495319"/>
            <a:ext cx="1889400" cy="10923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000"/>
              <a:buNone/>
              <a:defRPr/>
            </a:lvl1pPr>
            <a:lvl2pPr lvl="1" algn="l">
              <a:lnSpc>
                <a:spcPct val="100000"/>
              </a:lnSpc>
              <a:spcBef>
                <a:spcPts val="0"/>
              </a:spcBef>
              <a:spcAft>
                <a:spcPts val="0"/>
              </a:spcAft>
              <a:buSzPts val="2000"/>
              <a:buNone/>
              <a:defRPr/>
            </a:lvl2pPr>
            <a:lvl3pPr lvl="2" algn="l">
              <a:lnSpc>
                <a:spcPct val="100000"/>
              </a:lnSpc>
              <a:spcBef>
                <a:spcPts val="0"/>
              </a:spcBef>
              <a:spcAft>
                <a:spcPts val="0"/>
              </a:spcAft>
              <a:buSzPts val="2000"/>
              <a:buNone/>
              <a:defRPr/>
            </a:lvl3pPr>
            <a:lvl4pPr lvl="3" algn="l">
              <a:lnSpc>
                <a:spcPct val="100000"/>
              </a:lnSpc>
              <a:spcBef>
                <a:spcPts val="0"/>
              </a:spcBef>
              <a:spcAft>
                <a:spcPts val="0"/>
              </a:spcAft>
              <a:buSzPts val="2000"/>
              <a:buNone/>
              <a:defRPr/>
            </a:lvl4pPr>
            <a:lvl5pPr lvl="4" algn="l">
              <a:lnSpc>
                <a:spcPct val="100000"/>
              </a:lnSpc>
              <a:spcBef>
                <a:spcPts val="0"/>
              </a:spcBef>
              <a:spcAft>
                <a:spcPts val="0"/>
              </a:spcAft>
              <a:buSzPts val="2000"/>
              <a:buNone/>
              <a:defRPr/>
            </a:lvl5pPr>
            <a:lvl6pPr lvl="5" algn="l">
              <a:lnSpc>
                <a:spcPct val="100000"/>
              </a:lnSpc>
              <a:spcBef>
                <a:spcPts val="0"/>
              </a:spcBef>
              <a:spcAft>
                <a:spcPts val="0"/>
              </a:spcAft>
              <a:buSzPts val="2000"/>
              <a:buNone/>
              <a:defRPr/>
            </a:lvl6pPr>
            <a:lvl7pPr lvl="6" algn="l">
              <a:lnSpc>
                <a:spcPct val="100000"/>
              </a:lnSpc>
              <a:spcBef>
                <a:spcPts val="0"/>
              </a:spcBef>
              <a:spcAft>
                <a:spcPts val="0"/>
              </a:spcAft>
              <a:buSzPts val="2000"/>
              <a:buNone/>
              <a:defRPr/>
            </a:lvl7pPr>
            <a:lvl8pPr lvl="7" algn="l">
              <a:lnSpc>
                <a:spcPct val="100000"/>
              </a:lnSpc>
              <a:spcBef>
                <a:spcPts val="0"/>
              </a:spcBef>
              <a:spcAft>
                <a:spcPts val="0"/>
              </a:spcAft>
              <a:buSzPts val="2000"/>
              <a:buNone/>
              <a:defRPr/>
            </a:lvl8pPr>
            <a:lvl9pPr lvl="8" algn="l">
              <a:lnSpc>
                <a:spcPct val="100000"/>
              </a:lnSpc>
              <a:spcBef>
                <a:spcPts val="0"/>
              </a:spcBef>
              <a:spcAft>
                <a:spcPts val="0"/>
              </a:spcAft>
              <a:buSzPts val="2000"/>
              <a:buNone/>
              <a:defRPr/>
            </a:lvl9pPr>
          </a:lstStyle>
          <a:p/>
        </p:txBody>
      </p:sp>
      <p:sp>
        <p:nvSpPr>
          <p:cNvPr id="159" name="Google Shape;159;p20"/>
          <p:cNvSpPr txBox="1"/>
          <p:nvPr>
            <p:ph idx="8" type="subTitle"/>
          </p:nvPr>
        </p:nvSpPr>
        <p:spPr>
          <a:xfrm>
            <a:off x="6884150" y="495319"/>
            <a:ext cx="1889400" cy="10923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000"/>
              <a:buNone/>
              <a:defRPr/>
            </a:lvl1pPr>
            <a:lvl2pPr lvl="1" algn="l">
              <a:lnSpc>
                <a:spcPct val="100000"/>
              </a:lnSpc>
              <a:spcBef>
                <a:spcPts val="0"/>
              </a:spcBef>
              <a:spcAft>
                <a:spcPts val="0"/>
              </a:spcAft>
              <a:buSzPts val="2000"/>
              <a:buNone/>
              <a:defRPr/>
            </a:lvl2pPr>
            <a:lvl3pPr lvl="2" algn="l">
              <a:lnSpc>
                <a:spcPct val="100000"/>
              </a:lnSpc>
              <a:spcBef>
                <a:spcPts val="0"/>
              </a:spcBef>
              <a:spcAft>
                <a:spcPts val="0"/>
              </a:spcAft>
              <a:buSzPts val="2000"/>
              <a:buNone/>
              <a:defRPr/>
            </a:lvl3pPr>
            <a:lvl4pPr lvl="3" algn="l">
              <a:lnSpc>
                <a:spcPct val="100000"/>
              </a:lnSpc>
              <a:spcBef>
                <a:spcPts val="0"/>
              </a:spcBef>
              <a:spcAft>
                <a:spcPts val="0"/>
              </a:spcAft>
              <a:buSzPts val="2000"/>
              <a:buNone/>
              <a:defRPr/>
            </a:lvl4pPr>
            <a:lvl5pPr lvl="4" algn="l">
              <a:lnSpc>
                <a:spcPct val="100000"/>
              </a:lnSpc>
              <a:spcBef>
                <a:spcPts val="0"/>
              </a:spcBef>
              <a:spcAft>
                <a:spcPts val="0"/>
              </a:spcAft>
              <a:buSzPts val="2000"/>
              <a:buNone/>
              <a:defRPr/>
            </a:lvl5pPr>
            <a:lvl6pPr lvl="5" algn="l">
              <a:lnSpc>
                <a:spcPct val="100000"/>
              </a:lnSpc>
              <a:spcBef>
                <a:spcPts val="0"/>
              </a:spcBef>
              <a:spcAft>
                <a:spcPts val="0"/>
              </a:spcAft>
              <a:buSzPts val="2000"/>
              <a:buNone/>
              <a:defRPr/>
            </a:lvl6pPr>
            <a:lvl7pPr lvl="6" algn="l">
              <a:lnSpc>
                <a:spcPct val="100000"/>
              </a:lnSpc>
              <a:spcBef>
                <a:spcPts val="0"/>
              </a:spcBef>
              <a:spcAft>
                <a:spcPts val="0"/>
              </a:spcAft>
              <a:buSzPts val="2000"/>
              <a:buNone/>
              <a:defRPr/>
            </a:lvl7pPr>
            <a:lvl8pPr lvl="7" algn="l">
              <a:lnSpc>
                <a:spcPct val="100000"/>
              </a:lnSpc>
              <a:spcBef>
                <a:spcPts val="0"/>
              </a:spcBef>
              <a:spcAft>
                <a:spcPts val="0"/>
              </a:spcAft>
              <a:buSzPts val="2000"/>
              <a:buNone/>
              <a:defRPr/>
            </a:lvl8pPr>
            <a:lvl9pPr lvl="8" algn="l">
              <a:lnSpc>
                <a:spcPct val="100000"/>
              </a:lnSpc>
              <a:spcBef>
                <a:spcPts val="0"/>
              </a:spcBef>
              <a:spcAft>
                <a:spcPts val="0"/>
              </a:spcAft>
              <a:buSzPts val="2000"/>
              <a:buNone/>
              <a:defRPr/>
            </a:lvl9pPr>
          </a:lstStyle>
          <a:p/>
        </p:txBody>
      </p:sp>
      <p:sp>
        <p:nvSpPr>
          <p:cNvPr id="160" name="Google Shape;160;p20"/>
          <p:cNvSpPr txBox="1"/>
          <p:nvPr>
            <p:ph idx="9" type="body"/>
          </p:nvPr>
        </p:nvSpPr>
        <p:spPr>
          <a:xfrm>
            <a:off x="228600" y="4679000"/>
            <a:ext cx="4343400" cy="324300"/>
          </a:xfrm>
          <a:prstGeom prst="rect">
            <a:avLst/>
          </a:prstGeom>
          <a:noFill/>
          <a:ln>
            <a:noFill/>
          </a:ln>
        </p:spPr>
        <p:txBody>
          <a:bodyPr anchorCtr="0" anchor="t" bIns="91425" lIns="91425" spcFirstLastPara="1" rIns="91425" wrap="square" tIns="91425">
            <a:noAutofit/>
          </a:bodyPr>
          <a:lstStyle>
            <a:lvl1pPr indent="-285750" lvl="0" marL="457200" algn="l">
              <a:lnSpc>
                <a:spcPct val="100000"/>
              </a:lnSpc>
              <a:spcBef>
                <a:spcPts val="0"/>
              </a:spcBef>
              <a:spcAft>
                <a:spcPts val="0"/>
              </a:spcAft>
              <a:buSzPts val="900"/>
              <a:buChar char="●"/>
              <a:defRPr/>
            </a:lvl1pPr>
            <a:lvl2pPr indent="-285750" lvl="1" marL="914400" algn="l">
              <a:lnSpc>
                <a:spcPct val="100000"/>
              </a:lnSpc>
              <a:spcBef>
                <a:spcPts val="0"/>
              </a:spcBef>
              <a:spcAft>
                <a:spcPts val="0"/>
              </a:spcAft>
              <a:buSzPts val="900"/>
              <a:buChar char="○"/>
              <a:defRPr/>
            </a:lvl2pPr>
            <a:lvl3pPr indent="-285750" lvl="2" marL="1371600" algn="l">
              <a:lnSpc>
                <a:spcPct val="100000"/>
              </a:lnSpc>
              <a:spcBef>
                <a:spcPts val="0"/>
              </a:spcBef>
              <a:spcAft>
                <a:spcPts val="0"/>
              </a:spcAft>
              <a:buSzPts val="900"/>
              <a:buChar char="■"/>
              <a:defRPr/>
            </a:lvl3pPr>
            <a:lvl4pPr indent="-285750" lvl="3" marL="1828800" algn="l">
              <a:lnSpc>
                <a:spcPct val="100000"/>
              </a:lnSpc>
              <a:spcBef>
                <a:spcPts val="0"/>
              </a:spcBef>
              <a:spcAft>
                <a:spcPts val="0"/>
              </a:spcAft>
              <a:buSzPts val="900"/>
              <a:buChar char="●"/>
              <a:defRPr/>
            </a:lvl4pPr>
            <a:lvl5pPr indent="-285750" lvl="4" marL="2286000" algn="l">
              <a:lnSpc>
                <a:spcPct val="100000"/>
              </a:lnSpc>
              <a:spcBef>
                <a:spcPts val="0"/>
              </a:spcBef>
              <a:spcAft>
                <a:spcPts val="0"/>
              </a:spcAft>
              <a:buSzPts val="900"/>
              <a:buChar char="○"/>
              <a:defRPr/>
            </a:lvl5pPr>
            <a:lvl6pPr indent="-285750" lvl="5" marL="2743200" algn="l">
              <a:lnSpc>
                <a:spcPct val="100000"/>
              </a:lnSpc>
              <a:spcBef>
                <a:spcPts val="0"/>
              </a:spcBef>
              <a:spcAft>
                <a:spcPts val="0"/>
              </a:spcAft>
              <a:buSzPts val="900"/>
              <a:buChar char="■"/>
              <a:defRPr/>
            </a:lvl6pPr>
            <a:lvl7pPr indent="-285750" lvl="6" marL="3200400" algn="l">
              <a:lnSpc>
                <a:spcPct val="100000"/>
              </a:lnSpc>
              <a:spcBef>
                <a:spcPts val="0"/>
              </a:spcBef>
              <a:spcAft>
                <a:spcPts val="0"/>
              </a:spcAft>
              <a:buSzPts val="900"/>
              <a:buChar char="●"/>
              <a:defRPr/>
            </a:lvl7pPr>
            <a:lvl8pPr indent="-285750" lvl="7" marL="3657600" algn="l">
              <a:lnSpc>
                <a:spcPct val="100000"/>
              </a:lnSpc>
              <a:spcBef>
                <a:spcPts val="0"/>
              </a:spcBef>
              <a:spcAft>
                <a:spcPts val="0"/>
              </a:spcAft>
              <a:buSzPts val="900"/>
              <a:buChar char="○"/>
              <a:defRPr/>
            </a:lvl8pPr>
            <a:lvl9pPr indent="-285750" lvl="8" marL="4114800" algn="l">
              <a:lnSpc>
                <a:spcPct val="100000"/>
              </a:lnSpc>
              <a:spcBef>
                <a:spcPts val="0"/>
              </a:spcBef>
              <a:spcAft>
                <a:spcPts val="0"/>
              </a:spcAft>
              <a:buSzPts val="900"/>
              <a:buChar char="■"/>
              <a:defRPr/>
            </a:lvl9pPr>
          </a:lstStyle>
          <a:p/>
        </p:txBody>
      </p:sp>
      <p:cxnSp>
        <p:nvCxnSpPr>
          <p:cNvPr id="161" name="Google Shape;161;p20"/>
          <p:cNvCxnSpPr/>
          <p:nvPr/>
        </p:nvCxnSpPr>
        <p:spPr>
          <a:xfrm flipH="1" rot="10800000">
            <a:off x="225750" y="4678950"/>
            <a:ext cx="8692500" cy="5700"/>
          </a:xfrm>
          <a:prstGeom prst="straightConnector1">
            <a:avLst/>
          </a:prstGeom>
          <a:noFill/>
          <a:ln cap="flat" cmpd="sng" w="9525">
            <a:solidFill>
              <a:schemeClr val="dk1"/>
            </a:solidFill>
            <a:prstDash val="solid"/>
            <a:round/>
            <a:headEnd len="sm" w="sm" type="none"/>
            <a:tailEnd len="sm" w="sm" type="none"/>
          </a:ln>
        </p:spPr>
      </p:cxn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with footer">
  <p:cSld name="CUSTOM_7">
    <p:spTree>
      <p:nvGrpSpPr>
        <p:cNvPr id="162" name="Shape 162"/>
        <p:cNvGrpSpPr/>
        <p:nvPr/>
      </p:nvGrpSpPr>
      <p:grpSpPr>
        <a:xfrm>
          <a:off x="0" y="0"/>
          <a:ext cx="0" cy="0"/>
          <a:chOff x="0" y="0"/>
          <a:chExt cx="0" cy="0"/>
        </a:xfrm>
      </p:grpSpPr>
      <p:sp>
        <p:nvSpPr>
          <p:cNvPr id="163" name="Google Shape;163;p21"/>
          <p:cNvSpPr txBox="1"/>
          <p:nvPr>
            <p:ph idx="12" type="sldNum"/>
          </p:nvPr>
        </p:nvSpPr>
        <p:spPr>
          <a:xfrm>
            <a:off x="7426775" y="4679000"/>
            <a:ext cx="1502400" cy="3243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9pPr>
          </a:lstStyle>
          <a:p>
            <a:pPr indent="0" lvl="0" marL="0" rtl="0" algn="r">
              <a:spcBef>
                <a:spcPts val="0"/>
              </a:spcBef>
              <a:spcAft>
                <a:spcPts val="0"/>
              </a:spcAft>
              <a:buNone/>
            </a:pPr>
            <a:fld id="{00000000-1234-1234-1234-123412341234}" type="slidenum">
              <a:rPr lang="en"/>
              <a:t>‹#›</a:t>
            </a:fld>
            <a:endParaRPr/>
          </a:p>
        </p:txBody>
      </p:sp>
      <p:sp>
        <p:nvSpPr>
          <p:cNvPr id="164" name="Google Shape;164;p21"/>
          <p:cNvSpPr txBox="1"/>
          <p:nvPr>
            <p:ph type="title"/>
          </p:nvPr>
        </p:nvSpPr>
        <p:spPr>
          <a:xfrm>
            <a:off x="228600" y="665825"/>
            <a:ext cx="5753400" cy="22860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6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65" name="Google Shape;165;p21"/>
          <p:cNvSpPr/>
          <p:nvPr>
            <p:ph idx="2" type="pic"/>
          </p:nvPr>
        </p:nvSpPr>
        <p:spPr>
          <a:xfrm>
            <a:off x="6777063" y="1017650"/>
            <a:ext cx="1582800" cy="1582800"/>
          </a:xfrm>
          <a:prstGeom prst="rect">
            <a:avLst/>
          </a:prstGeom>
          <a:noFill/>
          <a:ln>
            <a:noFill/>
          </a:ln>
        </p:spPr>
      </p:sp>
      <p:sp>
        <p:nvSpPr>
          <p:cNvPr id="166" name="Google Shape;166;p21"/>
          <p:cNvSpPr txBox="1"/>
          <p:nvPr>
            <p:ph idx="1" type="body"/>
          </p:nvPr>
        </p:nvSpPr>
        <p:spPr>
          <a:xfrm>
            <a:off x="228600" y="4679000"/>
            <a:ext cx="4343400" cy="324300"/>
          </a:xfrm>
          <a:prstGeom prst="rect">
            <a:avLst/>
          </a:prstGeom>
          <a:noFill/>
          <a:ln>
            <a:noFill/>
          </a:ln>
        </p:spPr>
        <p:txBody>
          <a:bodyPr anchorCtr="0" anchor="t" bIns="91425" lIns="91425" spcFirstLastPara="1" rIns="91425" wrap="square" tIns="91425">
            <a:noAutofit/>
          </a:bodyPr>
          <a:lstStyle>
            <a:lvl1pPr indent="-285750" lvl="0" marL="457200" algn="l">
              <a:lnSpc>
                <a:spcPct val="100000"/>
              </a:lnSpc>
              <a:spcBef>
                <a:spcPts val="0"/>
              </a:spcBef>
              <a:spcAft>
                <a:spcPts val="0"/>
              </a:spcAft>
              <a:buSzPts val="900"/>
              <a:buChar char="●"/>
              <a:defRPr/>
            </a:lvl1pPr>
            <a:lvl2pPr indent="-285750" lvl="1" marL="914400" algn="l">
              <a:lnSpc>
                <a:spcPct val="100000"/>
              </a:lnSpc>
              <a:spcBef>
                <a:spcPts val="0"/>
              </a:spcBef>
              <a:spcAft>
                <a:spcPts val="0"/>
              </a:spcAft>
              <a:buSzPts val="900"/>
              <a:buChar char="○"/>
              <a:defRPr/>
            </a:lvl2pPr>
            <a:lvl3pPr indent="-285750" lvl="2" marL="1371600" algn="l">
              <a:lnSpc>
                <a:spcPct val="100000"/>
              </a:lnSpc>
              <a:spcBef>
                <a:spcPts val="0"/>
              </a:spcBef>
              <a:spcAft>
                <a:spcPts val="0"/>
              </a:spcAft>
              <a:buSzPts val="900"/>
              <a:buChar char="■"/>
              <a:defRPr/>
            </a:lvl3pPr>
            <a:lvl4pPr indent="-285750" lvl="3" marL="1828800" algn="l">
              <a:lnSpc>
                <a:spcPct val="100000"/>
              </a:lnSpc>
              <a:spcBef>
                <a:spcPts val="0"/>
              </a:spcBef>
              <a:spcAft>
                <a:spcPts val="0"/>
              </a:spcAft>
              <a:buSzPts val="900"/>
              <a:buChar char="●"/>
              <a:defRPr/>
            </a:lvl4pPr>
            <a:lvl5pPr indent="-285750" lvl="4" marL="2286000" algn="l">
              <a:lnSpc>
                <a:spcPct val="100000"/>
              </a:lnSpc>
              <a:spcBef>
                <a:spcPts val="0"/>
              </a:spcBef>
              <a:spcAft>
                <a:spcPts val="0"/>
              </a:spcAft>
              <a:buSzPts val="900"/>
              <a:buChar char="○"/>
              <a:defRPr/>
            </a:lvl5pPr>
            <a:lvl6pPr indent="-285750" lvl="5" marL="2743200" algn="l">
              <a:lnSpc>
                <a:spcPct val="100000"/>
              </a:lnSpc>
              <a:spcBef>
                <a:spcPts val="0"/>
              </a:spcBef>
              <a:spcAft>
                <a:spcPts val="0"/>
              </a:spcAft>
              <a:buSzPts val="900"/>
              <a:buChar char="■"/>
              <a:defRPr/>
            </a:lvl6pPr>
            <a:lvl7pPr indent="-285750" lvl="6" marL="3200400" algn="l">
              <a:lnSpc>
                <a:spcPct val="100000"/>
              </a:lnSpc>
              <a:spcBef>
                <a:spcPts val="0"/>
              </a:spcBef>
              <a:spcAft>
                <a:spcPts val="0"/>
              </a:spcAft>
              <a:buSzPts val="900"/>
              <a:buChar char="●"/>
              <a:defRPr/>
            </a:lvl7pPr>
            <a:lvl8pPr indent="-285750" lvl="7" marL="3657600" algn="l">
              <a:lnSpc>
                <a:spcPct val="100000"/>
              </a:lnSpc>
              <a:spcBef>
                <a:spcPts val="0"/>
              </a:spcBef>
              <a:spcAft>
                <a:spcPts val="0"/>
              </a:spcAft>
              <a:buSzPts val="900"/>
              <a:buChar char="○"/>
              <a:defRPr/>
            </a:lvl8pPr>
            <a:lvl9pPr indent="-285750" lvl="8" marL="4114800" algn="l">
              <a:lnSpc>
                <a:spcPct val="100000"/>
              </a:lnSpc>
              <a:spcBef>
                <a:spcPts val="0"/>
              </a:spcBef>
              <a:spcAft>
                <a:spcPts val="0"/>
              </a:spcAft>
              <a:buSzPts val="900"/>
              <a:buChar char="■"/>
              <a:defRPr/>
            </a:lvl9pPr>
          </a:lstStyle>
          <a:p/>
        </p:txBody>
      </p:sp>
      <p:cxnSp>
        <p:nvCxnSpPr>
          <p:cNvPr id="167" name="Google Shape;167;p21"/>
          <p:cNvCxnSpPr/>
          <p:nvPr/>
        </p:nvCxnSpPr>
        <p:spPr>
          <a:xfrm flipH="1" rot="10800000">
            <a:off x="225750" y="4678950"/>
            <a:ext cx="8692500" cy="5700"/>
          </a:xfrm>
          <a:prstGeom prst="straightConnector1">
            <a:avLst/>
          </a:prstGeom>
          <a:noFill/>
          <a:ln cap="flat" cmpd="sng" w="9525">
            <a:solidFill>
              <a:schemeClr val="dk1"/>
            </a:solidFill>
            <a:prstDash val="solid"/>
            <a:round/>
            <a:headEnd len="sm" w="sm" type="none"/>
            <a:tailEnd len="sm" w="sm" type="none"/>
          </a:ln>
        </p:spPr>
      </p:cxn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2">
  <p:cSld name="CUSTOM_8">
    <p:spTree>
      <p:nvGrpSpPr>
        <p:cNvPr id="168" name="Shape 168"/>
        <p:cNvGrpSpPr/>
        <p:nvPr/>
      </p:nvGrpSpPr>
      <p:grpSpPr>
        <a:xfrm>
          <a:off x="0" y="0"/>
          <a:ext cx="0" cy="0"/>
          <a:chOff x="0" y="0"/>
          <a:chExt cx="0" cy="0"/>
        </a:xfrm>
      </p:grpSpPr>
      <p:sp>
        <p:nvSpPr>
          <p:cNvPr id="169" name="Google Shape;169;p22"/>
          <p:cNvSpPr txBox="1"/>
          <p:nvPr>
            <p:ph idx="12" type="sldNum"/>
          </p:nvPr>
        </p:nvSpPr>
        <p:spPr>
          <a:xfrm>
            <a:off x="7426775" y="4679000"/>
            <a:ext cx="1502400" cy="3243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9pPr>
          </a:lstStyle>
          <a:p>
            <a:pPr indent="0" lvl="0" marL="0" rtl="0" algn="r">
              <a:spcBef>
                <a:spcPts val="0"/>
              </a:spcBef>
              <a:spcAft>
                <a:spcPts val="0"/>
              </a:spcAft>
              <a:buNone/>
            </a:pPr>
            <a:fld id="{00000000-1234-1234-1234-123412341234}" type="slidenum">
              <a:rPr lang="en"/>
              <a:t>‹#›</a:t>
            </a:fld>
            <a:endParaRPr/>
          </a:p>
        </p:txBody>
      </p:sp>
      <p:sp>
        <p:nvSpPr>
          <p:cNvPr id="170" name="Google Shape;170;p22"/>
          <p:cNvSpPr txBox="1"/>
          <p:nvPr>
            <p:ph type="title"/>
          </p:nvPr>
        </p:nvSpPr>
        <p:spPr>
          <a:xfrm>
            <a:off x="228600" y="1549575"/>
            <a:ext cx="7938000" cy="22860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36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71" name="Google Shape;171;p22"/>
          <p:cNvSpPr txBox="1"/>
          <p:nvPr>
            <p:ph idx="1" type="body"/>
          </p:nvPr>
        </p:nvSpPr>
        <p:spPr>
          <a:xfrm>
            <a:off x="228600" y="4679000"/>
            <a:ext cx="4343400" cy="324300"/>
          </a:xfrm>
          <a:prstGeom prst="rect">
            <a:avLst/>
          </a:prstGeom>
          <a:noFill/>
          <a:ln>
            <a:noFill/>
          </a:ln>
        </p:spPr>
        <p:txBody>
          <a:bodyPr anchorCtr="0" anchor="t" bIns="91425" lIns="91425" spcFirstLastPara="1" rIns="91425" wrap="square" tIns="91425">
            <a:noAutofit/>
          </a:bodyPr>
          <a:lstStyle>
            <a:lvl1pPr indent="-285750" lvl="0" marL="457200" algn="l">
              <a:lnSpc>
                <a:spcPct val="100000"/>
              </a:lnSpc>
              <a:spcBef>
                <a:spcPts val="0"/>
              </a:spcBef>
              <a:spcAft>
                <a:spcPts val="0"/>
              </a:spcAft>
              <a:buSzPts val="900"/>
              <a:buChar char="●"/>
              <a:defRPr/>
            </a:lvl1pPr>
            <a:lvl2pPr indent="-285750" lvl="1" marL="914400" algn="l">
              <a:lnSpc>
                <a:spcPct val="100000"/>
              </a:lnSpc>
              <a:spcBef>
                <a:spcPts val="0"/>
              </a:spcBef>
              <a:spcAft>
                <a:spcPts val="0"/>
              </a:spcAft>
              <a:buSzPts val="900"/>
              <a:buChar char="○"/>
              <a:defRPr/>
            </a:lvl2pPr>
            <a:lvl3pPr indent="-285750" lvl="2" marL="1371600" algn="l">
              <a:lnSpc>
                <a:spcPct val="100000"/>
              </a:lnSpc>
              <a:spcBef>
                <a:spcPts val="0"/>
              </a:spcBef>
              <a:spcAft>
                <a:spcPts val="0"/>
              </a:spcAft>
              <a:buSzPts val="900"/>
              <a:buChar char="■"/>
              <a:defRPr/>
            </a:lvl3pPr>
            <a:lvl4pPr indent="-285750" lvl="3" marL="1828800" algn="l">
              <a:lnSpc>
                <a:spcPct val="100000"/>
              </a:lnSpc>
              <a:spcBef>
                <a:spcPts val="0"/>
              </a:spcBef>
              <a:spcAft>
                <a:spcPts val="0"/>
              </a:spcAft>
              <a:buSzPts val="900"/>
              <a:buChar char="●"/>
              <a:defRPr/>
            </a:lvl4pPr>
            <a:lvl5pPr indent="-285750" lvl="4" marL="2286000" algn="l">
              <a:lnSpc>
                <a:spcPct val="100000"/>
              </a:lnSpc>
              <a:spcBef>
                <a:spcPts val="0"/>
              </a:spcBef>
              <a:spcAft>
                <a:spcPts val="0"/>
              </a:spcAft>
              <a:buSzPts val="900"/>
              <a:buChar char="○"/>
              <a:defRPr/>
            </a:lvl5pPr>
            <a:lvl6pPr indent="-285750" lvl="5" marL="2743200" algn="l">
              <a:lnSpc>
                <a:spcPct val="100000"/>
              </a:lnSpc>
              <a:spcBef>
                <a:spcPts val="0"/>
              </a:spcBef>
              <a:spcAft>
                <a:spcPts val="0"/>
              </a:spcAft>
              <a:buSzPts val="900"/>
              <a:buChar char="■"/>
              <a:defRPr/>
            </a:lvl6pPr>
            <a:lvl7pPr indent="-285750" lvl="6" marL="3200400" algn="l">
              <a:lnSpc>
                <a:spcPct val="100000"/>
              </a:lnSpc>
              <a:spcBef>
                <a:spcPts val="0"/>
              </a:spcBef>
              <a:spcAft>
                <a:spcPts val="0"/>
              </a:spcAft>
              <a:buSzPts val="900"/>
              <a:buChar char="●"/>
              <a:defRPr/>
            </a:lvl7pPr>
            <a:lvl8pPr indent="-285750" lvl="7" marL="3657600" algn="l">
              <a:lnSpc>
                <a:spcPct val="100000"/>
              </a:lnSpc>
              <a:spcBef>
                <a:spcPts val="0"/>
              </a:spcBef>
              <a:spcAft>
                <a:spcPts val="0"/>
              </a:spcAft>
              <a:buSzPts val="900"/>
              <a:buChar char="○"/>
              <a:defRPr/>
            </a:lvl8pPr>
            <a:lvl9pPr indent="-285750" lvl="8" marL="4114800" algn="l">
              <a:lnSpc>
                <a:spcPct val="100000"/>
              </a:lnSpc>
              <a:spcBef>
                <a:spcPts val="0"/>
              </a:spcBef>
              <a:spcAft>
                <a:spcPts val="0"/>
              </a:spcAft>
              <a:buSzPts val="900"/>
              <a:buChar char="■"/>
              <a:defRPr/>
            </a:lvl9pPr>
          </a:lstStyle>
          <a:p/>
        </p:txBody>
      </p:sp>
      <p:cxnSp>
        <p:nvCxnSpPr>
          <p:cNvPr id="172" name="Google Shape;172;p22"/>
          <p:cNvCxnSpPr/>
          <p:nvPr/>
        </p:nvCxnSpPr>
        <p:spPr>
          <a:xfrm flipH="1" rot="10800000">
            <a:off x="225750" y="4678950"/>
            <a:ext cx="8692500" cy="5700"/>
          </a:xfrm>
          <a:prstGeom prst="straightConnector1">
            <a:avLst/>
          </a:prstGeom>
          <a:noFill/>
          <a:ln cap="flat" cmpd="sng" w="9525">
            <a:solidFill>
              <a:schemeClr val="dk1"/>
            </a:solidFill>
            <a:prstDash val="solid"/>
            <a:round/>
            <a:headEnd len="sm" w="sm" type="none"/>
            <a:tailEnd len="sm" w="sm" type="none"/>
          </a:ln>
        </p:spPr>
      </p:cxn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with footer">
  <p:cSld name="CUSTOM_4">
    <p:spTree>
      <p:nvGrpSpPr>
        <p:cNvPr id="173" name="Shape 173"/>
        <p:cNvGrpSpPr/>
        <p:nvPr/>
      </p:nvGrpSpPr>
      <p:grpSpPr>
        <a:xfrm>
          <a:off x="0" y="0"/>
          <a:ext cx="0" cy="0"/>
          <a:chOff x="0" y="0"/>
          <a:chExt cx="0" cy="0"/>
        </a:xfrm>
      </p:grpSpPr>
      <p:sp>
        <p:nvSpPr>
          <p:cNvPr id="174" name="Google Shape;174;p23"/>
          <p:cNvSpPr txBox="1"/>
          <p:nvPr>
            <p:ph idx="12" type="sldNum"/>
          </p:nvPr>
        </p:nvSpPr>
        <p:spPr>
          <a:xfrm>
            <a:off x="7426775" y="4679000"/>
            <a:ext cx="1502400" cy="3243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9pPr>
          </a:lstStyle>
          <a:p>
            <a:pPr indent="0" lvl="0" marL="0" rtl="0" algn="r">
              <a:spcBef>
                <a:spcPts val="0"/>
              </a:spcBef>
              <a:spcAft>
                <a:spcPts val="0"/>
              </a:spcAft>
              <a:buNone/>
            </a:pPr>
            <a:fld id="{00000000-1234-1234-1234-123412341234}" type="slidenum">
              <a:rPr lang="en"/>
              <a:t>‹#›</a:t>
            </a:fld>
            <a:endParaRPr/>
          </a:p>
        </p:txBody>
      </p:sp>
      <p:sp>
        <p:nvSpPr>
          <p:cNvPr id="175" name="Google Shape;175;p23"/>
          <p:cNvSpPr txBox="1"/>
          <p:nvPr>
            <p:ph type="title"/>
          </p:nvPr>
        </p:nvSpPr>
        <p:spPr>
          <a:xfrm>
            <a:off x="229450" y="332175"/>
            <a:ext cx="8686800" cy="8745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4500"/>
              <a:buNone/>
              <a:defRPr sz="4500"/>
            </a:lvl1pPr>
            <a:lvl2pPr lvl="1" algn="l">
              <a:lnSpc>
                <a:spcPct val="100000"/>
              </a:lnSpc>
              <a:spcBef>
                <a:spcPts val="0"/>
              </a:spcBef>
              <a:spcAft>
                <a:spcPts val="0"/>
              </a:spcAft>
              <a:buSzPts val="4500"/>
              <a:buNone/>
              <a:defRPr sz="4500"/>
            </a:lvl2pPr>
            <a:lvl3pPr lvl="2" algn="l">
              <a:lnSpc>
                <a:spcPct val="100000"/>
              </a:lnSpc>
              <a:spcBef>
                <a:spcPts val="0"/>
              </a:spcBef>
              <a:spcAft>
                <a:spcPts val="0"/>
              </a:spcAft>
              <a:buSzPts val="4500"/>
              <a:buNone/>
              <a:defRPr sz="4500"/>
            </a:lvl3pPr>
            <a:lvl4pPr lvl="3" algn="l">
              <a:lnSpc>
                <a:spcPct val="100000"/>
              </a:lnSpc>
              <a:spcBef>
                <a:spcPts val="0"/>
              </a:spcBef>
              <a:spcAft>
                <a:spcPts val="0"/>
              </a:spcAft>
              <a:buSzPts val="4500"/>
              <a:buNone/>
              <a:defRPr sz="4500"/>
            </a:lvl4pPr>
            <a:lvl5pPr lvl="4" algn="l">
              <a:lnSpc>
                <a:spcPct val="100000"/>
              </a:lnSpc>
              <a:spcBef>
                <a:spcPts val="0"/>
              </a:spcBef>
              <a:spcAft>
                <a:spcPts val="0"/>
              </a:spcAft>
              <a:buSzPts val="4500"/>
              <a:buNone/>
              <a:defRPr sz="4500"/>
            </a:lvl5pPr>
            <a:lvl6pPr lvl="5" algn="l">
              <a:lnSpc>
                <a:spcPct val="100000"/>
              </a:lnSpc>
              <a:spcBef>
                <a:spcPts val="0"/>
              </a:spcBef>
              <a:spcAft>
                <a:spcPts val="0"/>
              </a:spcAft>
              <a:buSzPts val="4500"/>
              <a:buNone/>
              <a:defRPr sz="4500"/>
            </a:lvl6pPr>
            <a:lvl7pPr lvl="6" algn="l">
              <a:lnSpc>
                <a:spcPct val="100000"/>
              </a:lnSpc>
              <a:spcBef>
                <a:spcPts val="0"/>
              </a:spcBef>
              <a:spcAft>
                <a:spcPts val="0"/>
              </a:spcAft>
              <a:buSzPts val="4500"/>
              <a:buNone/>
              <a:defRPr sz="4500"/>
            </a:lvl7pPr>
            <a:lvl8pPr lvl="7" algn="l">
              <a:lnSpc>
                <a:spcPct val="100000"/>
              </a:lnSpc>
              <a:spcBef>
                <a:spcPts val="0"/>
              </a:spcBef>
              <a:spcAft>
                <a:spcPts val="0"/>
              </a:spcAft>
              <a:buSzPts val="4500"/>
              <a:buNone/>
              <a:defRPr sz="4500"/>
            </a:lvl8pPr>
            <a:lvl9pPr lvl="8" algn="l">
              <a:lnSpc>
                <a:spcPct val="100000"/>
              </a:lnSpc>
              <a:spcBef>
                <a:spcPts val="0"/>
              </a:spcBef>
              <a:spcAft>
                <a:spcPts val="0"/>
              </a:spcAft>
              <a:buSzPts val="4500"/>
              <a:buNone/>
              <a:defRPr sz="4500"/>
            </a:lvl9pPr>
          </a:lstStyle>
          <a:p/>
        </p:txBody>
      </p:sp>
      <p:sp>
        <p:nvSpPr>
          <p:cNvPr id="176" name="Google Shape;176;p23"/>
          <p:cNvSpPr txBox="1"/>
          <p:nvPr>
            <p:ph idx="1" type="body"/>
          </p:nvPr>
        </p:nvSpPr>
        <p:spPr>
          <a:xfrm>
            <a:off x="229450" y="1294950"/>
            <a:ext cx="3566100" cy="2872200"/>
          </a:xfrm>
          <a:prstGeom prst="rect">
            <a:avLst/>
          </a:prstGeom>
          <a:noFill/>
          <a:ln>
            <a:noFill/>
          </a:ln>
        </p:spPr>
        <p:txBody>
          <a:bodyPr anchorCtr="0" anchor="t" bIns="91425" lIns="91425" spcFirstLastPara="1" rIns="91425" wrap="square" tIns="91425">
            <a:noAutofit/>
          </a:bodyPr>
          <a:lstStyle>
            <a:lvl1pPr indent="-285750" lvl="0" marL="457200" algn="l">
              <a:lnSpc>
                <a:spcPct val="100000"/>
              </a:lnSpc>
              <a:spcBef>
                <a:spcPts val="0"/>
              </a:spcBef>
              <a:spcAft>
                <a:spcPts val="0"/>
              </a:spcAft>
              <a:buSzPts val="900"/>
              <a:buChar char="●"/>
              <a:defRPr/>
            </a:lvl1pPr>
            <a:lvl2pPr indent="-285750" lvl="1" marL="914400" algn="l">
              <a:lnSpc>
                <a:spcPct val="100000"/>
              </a:lnSpc>
              <a:spcBef>
                <a:spcPts val="0"/>
              </a:spcBef>
              <a:spcAft>
                <a:spcPts val="0"/>
              </a:spcAft>
              <a:buSzPts val="900"/>
              <a:buChar char="○"/>
              <a:defRPr/>
            </a:lvl2pPr>
            <a:lvl3pPr indent="-285750" lvl="2" marL="1371600" algn="l">
              <a:lnSpc>
                <a:spcPct val="100000"/>
              </a:lnSpc>
              <a:spcBef>
                <a:spcPts val="0"/>
              </a:spcBef>
              <a:spcAft>
                <a:spcPts val="0"/>
              </a:spcAft>
              <a:buSzPts val="900"/>
              <a:buChar char="■"/>
              <a:defRPr/>
            </a:lvl3pPr>
            <a:lvl4pPr indent="-285750" lvl="3" marL="1828800" algn="l">
              <a:lnSpc>
                <a:spcPct val="100000"/>
              </a:lnSpc>
              <a:spcBef>
                <a:spcPts val="0"/>
              </a:spcBef>
              <a:spcAft>
                <a:spcPts val="0"/>
              </a:spcAft>
              <a:buSzPts val="900"/>
              <a:buChar char="●"/>
              <a:defRPr/>
            </a:lvl4pPr>
            <a:lvl5pPr indent="-285750" lvl="4" marL="2286000" algn="l">
              <a:lnSpc>
                <a:spcPct val="100000"/>
              </a:lnSpc>
              <a:spcBef>
                <a:spcPts val="0"/>
              </a:spcBef>
              <a:spcAft>
                <a:spcPts val="0"/>
              </a:spcAft>
              <a:buSzPts val="900"/>
              <a:buChar char="○"/>
              <a:defRPr/>
            </a:lvl5pPr>
            <a:lvl6pPr indent="-285750" lvl="5" marL="2743200" algn="l">
              <a:lnSpc>
                <a:spcPct val="100000"/>
              </a:lnSpc>
              <a:spcBef>
                <a:spcPts val="0"/>
              </a:spcBef>
              <a:spcAft>
                <a:spcPts val="0"/>
              </a:spcAft>
              <a:buSzPts val="900"/>
              <a:buChar char="■"/>
              <a:defRPr/>
            </a:lvl6pPr>
            <a:lvl7pPr indent="-285750" lvl="6" marL="3200400" algn="l">
              <a:lnSpc>
                <a:spcPct val="100000"/>
              </a:lnSpc>
              <a:spcBef>
                <a:spcPts val="0"/>
              </a:spcBef>
              <a:spcAft>
                <a:spcPts val="0"/>
              </a:spcAft>
              <a:buSzPts val="900"/>
              <a:buChar char="●"/>
              <a:defRPr/>
            </a:lvl7pPr>
            <a:lvl8pPr indent="-285750" lvl="7" marL="3657600" algn="l">
              <a:lnSpc>
                <a:spcPct val="100000"/>
              </a:lnSpc>
              <a:spcBef>
                <a:spcPts val="0"/>
              </a:spcBef>
              <a:spcAft>
                <a:spcPts val="0"/>
              </a:spcAft>
              <a:buSzPts val="900"/>
              <a:buChar char="○"/>
              <a:defRPr/>
            </a:lvl8pPr>
            <a:lvl9pPr indent="-285750" lvl="8" marL="4114800" algn="l">
              <a:lnSpc>
                <a:spcPct val="100000"/>
              </a:lnSpc>
              <a:spcBef>
                <a:spcPts val="0"/>
              </a:spcBef>
              <a:spcAft>
                <a:spcPts val="0"/>
              </a:spcAft>
              <a:buSzPts val="900"/>
              <a:buChar char="■"/>
              <a:defRPr/>
            </a:lvl9pPr>
          </a:lstStyle>
          <a:p/>
        </p:txBody>
      </p:sp>
      <p:sp>
        <p:nvSpPr>
          <p:cNvPr id="177" name="Google Shape;177;p23"/>
          <p:cNvSpPr txBox="1"/>
          <p:nvPr>
            <p:ph idx="2" type="body"/>
          </p:nvPr>
        </p:nvSpPr>
        <p:spPr>
          <a:xfrm>
            <a:off x="4572850" y="1294950"/>
            <a:ext cx="3566100" cy="2872200"/>
          </a:xfrm>
          <a:prstGeom prst="rect">
            <a:avLst/>
          </a:prstGeom>
          <a:noFill/>
          <a:ln>
            <a:noFill/>
          </a:ln>
        </p:spPr>
        <p:txBody>
          <a:bodyPr anchorCtr="0" anchor="t" bIns="91425" lIns="91425" spcFirstLastPara="1" rIns="91425" wrap="square" tIns="91425">
            <a:noAutofit/>
          </a:bodyPr>
          <a:lstStyle>
            <a:lvl1pPr indent="-285750" lvl="0" marL="457200" algn="l">
              <a:lnSpc>
                <a:spcPct val="100000"/>
              </a:lnSpc>
              <a:spcBef>
                <a:spcPts val="0"/>
              </a:spcBef>
              <a:spcAft>
                <a:spcPts val="0"/>
              </a:spcAft>
              <a:buSzPts val="900"/>
              <a:buChar char="●"/>
              <a:defRPr/>
            </a:lvl1pPr>
            <a:lvl2pPr indent="-285750" lvl="1" marL="914400" algn="l">
              <a:lnSpc>
                <a:spcPct val="100000"/>
              </a:lnSpc>
              <a:spcBef>
                <a:spcPts val="0"/>
              </a:spcBef>
              <a:spcAft>
                <a:spcPts val="0"/>
              </a:spcAft>
              <a:buSzPts val="900"/>
              <a:buChar char="○"/>
              <a:defRPr/>
            </a:lvl2pPr>
            <a:lvl3pPr indent="-285750" lvl="2" marL="1371600" algn="l">
              <a:lnSpc>
                <a:spcPct val="100000"/>
              </a:lnSpc>
              <a:spcBef>
                <a:spcPts val="0"/>
              </a:spcBef>
              <a:spcAft>
                <a:spcPts val="0"/>
              </a:spcAft>
              <a:buSzPts val="900"/>
              <a:buChar char="■"/>
              <a:defRPr/>
            </a:lvl3pPr>
            <a:lvl4pPr indent="-285750" lvl="3" marL="1828800" algn="l">
              <a:lnSpc>
                <a:spcPct val="100000"/>
              </a:lnSpc>
              <a:spcBef>
                <a:spcPts val="0"/>
              </a:spcBef>
              <a:spcAft>
                <a:spcPts val="0"/>
              </a:spcAft>
              <a:buSzPts val="900"/>
              <a:buChar char="●"/>
              <a:defRPr/>
            </a:lvl4pPr>
            <a:lvl5pPr indent="-285750" lvl="4" marL="2286000" algn="l">
              <a:lnSpc>
                <a:spcPct val="100000"/>
              </a:lnSpc>
              <a:spcBef>
                <a:spcPts val="0"/>
              </a:spcBef>
              <a:spcAft>
                <a:spcPts val="0"/>
              </a:spcAft>
              <a:buSzPts val="900"/>
              <a:buChar char="○"/>
              <a:defRPr/>
            </a:lvl5pPr>
            <a:lvl6pPr indent="-285750" lvl="5" marL="2743200" algn="l">
              <a:lnSpc>
                <a:spcPct val="100000"/>
              </a:lnSpc>
              <a:spcBef>
                <a:spcPts val="0"/>
              </a:spcBef>
              <a:spcAft>
                <a:spcPts val="0"/>
              </a:spcAft>
              <a:buSzPts val="900"/>
              <a:buChar char="■"/>
              <a:defRPr/>
            </a:lvl6pPr>
            <a:lvl7pPr indent="-285750" lvl="6" marL="3200400" algn="l">
              <a:lnSpc>
                <a:spcPct val="100000"/>
              </a:lnSpc>
              <a:spcBef>
                <a:spcPts val="0"/>
              </a:spcBef>
              <a:spcAft>
                <a:spcPts val="0"/>
              </a:spcAft>
              <a:buSzPts val="900"/>
              <a:buChar char="●"/>
              <a:defRPr/>
            </a:lvl7pPr>
            <a:lvl8pPr indent="-285750" lvl="7" marL="3657600" algn="l">
              <a:lnSpc>
                <a:spcPct val="100000"/>
              </a:lnSpc>
              <a:spcBef>
                <a:spcPts val="0"/>
              </a:spcBef>
              <a:spcAft>
                <a:spcPts val="0"/>
              </a:spcAft>
              <a:buSzPts val="900"/>
              <a:buChar char="○"/>
              <a:defRPr/>
            </a:lvl8pPr>
            <a:lvl9pPr indent="-285750" lvl="8" marL="4114800" algn="l">
              <a:lnSpc>
                <a:spcPct val="100000"/>
              </a:lnSpc>
              <a:spcBef>
                <a:spcPts val="0"/>
              </a:spcBef>
              <a:spcAft>
                <a:spcPts val="0"/>
              </a:spcAft>
              <a:buSzPts val="900"/>
              <a:buChar char="■"/>
              <a:defRPr/>
            </a:lvl9pPr>
          </a:lstStyle>
          <a:p/>
        </p:txBody>
      </p:sp>
      <p:sp>
        <p:nvSpPr>
          <p:cNvPr id="178" name="Google Shape;178;p23"/>
          <p:cNvSpPr txBox="1"/>
          <p:nvPr>
            <p:ph idx="3" type="body"/>
          </p:nvPr>
        </p:nvSpPr>
        <p:spPr>
          <a:xfrm>
            <a:off x="228600" y="4679000"/>
            <a:ext cx="4343400" cy="324300"/>
          </a:xfrm>
          <a:prstGeom prst="rect">
            <a:avLst/>
          </a:prstGeom>
          <a:noFill/>
          <a:ln>
            <a:noFill/>
          </a:ln>
        </p:spPr>
        <p:txBody>
          <a:bodyPr anchorCtr="0" anchor="t" bIns="91425" lIns="91425" spcFirstLastPara="1" rIns="91425" wrap="square" tIns="91425">
            <a:noAutofit/>
          </a:bodyPr>
          <a:lstStyle>
            <a:lvl1pPr indent="-285750" lvl="0" marL="457200" algn="l">
              <a:lnSpc>
                <a:spcPct val="100000"/>
              </a:lnSpc>
              <a:spcBef>
                <a:spcPts val="0"/>
              </a:spcBef>
              <a:spcAft>
                <a:spcPts val="0"/>
              </a:spcAft>
              <a:buSzPts val="900"/>
              <a:buChar char="●"/>
              <a:defRPr/>
            </a:lvl1pPr>
            <a:lvl2pPr indent="-285750" lvl="1" marL="914400" algn="l">
              <a:lnSpc>
                <a:spcPct val="100000"/>
              </a:lnSpc>
              <a:spcBef>
                <a:spcPts val="0"/>
              </a:spcBef>
              <a:spcAft>
                <a:spcPts val="0"/>
              </a:spcAft>
              <a:buSzPts val="900"/>
              <a:buChar char="○"/>
              <a:defRPr/>
            </a:lvl2pPr>
            <a:lvl3pPr indent="-285750" lvl="2" marL="1371600" algn="l">
              <a:lnSpc>
                <a:spcPct val="100000"/>
              </a:lnSpc>
              <a:spcBef>
                <a:spcPts val="0"/>
              </a:spcBef>
              <a:spcAft>
                <a:spcPts val="0"/>
              </a:spcAft>
              <a:buSzPts val="900"/>
              <a:buChar char="■"/>
              <a:defRPr/>
            </a:lvl3pPr>
            <a:lvl4pPr indent="-285750" lvl="3" marL="1828800" algn="l">
              <a:lnSpc>
                <a:spcPct val="100000"/>
              </a:lnSpc>
              <a:spcBef>
                <a:spcPts val="0"/>
              </a:spcBef>
              <a:spcAft>
                <a:spcPts val="0"/>
              </a:spcAft>
              <a:buSzPts val="900"/>
              <a:buChar char="●"/>
              <a:defRPr/>
            </a:lvl4pPr>
            <a:lvl5pPr indent="-285750" lvl="4" marL="2286000" algn="l">
              <a:lnSpc>
                <a:spcPct val="100000"/>
              </a:lnSpc>
              <a:spcBef>
                <a:spcPts val="0"/>
              </a:spcBef>
              <a:spcAft>
                <a:spcPts val="0"/>
              </a:spcAft>
              <a:buSzPts val="900"/>
              <a:buChar char="○"/>
              <a:defRPr/>
            </a:lvl5pPr>
            <a:lvl6pPr indent="-285750" lvl="5" marL="2743200" algn="l">
              <a:lnSpc>
                <a:spcPct val="100000"/>
              </a:lnSpc>
              <a:spcBef>
                <a:spcPts val="0"/>
              </a:spcBef>
              <a:spcAft>
                <a:spcPts val="0"/>
              </a:spcAft>
              <a:buSzPts val="900"/>
              <a:buChar char="■"/>
              <a:defRPr/>
            </a:lvl6pPr>
            <a:lvl7pPr indent="-285750" lvl="6" marL="3200400" algn="l">
              <a:lnSpc>
                <a:spcPct val="100000"/>
              </a:lnSpc>
              <a:spcBef>
                <a:spcPts val="0"/>
              </a:spcBef>
              <a:spcAft>
                <a:spcPts val="0"/>
              </a:spcAft>
              <a:buSzPts val="900"/>
              <a:buChar char="●"/>
              <a:defRPr/>
            </a:lvl7pPr>
            <a:lvl8pPr indent="-285750" lvl="7" marL="3657600" algn="l">
              <a:lnSpc>
                <a:spcPct val="100000"/>
              </a:lnSpc>
              <a:spcBef>
                <a:spcPts val="0"/>
              </a:spcBef>
              <a:spcAft>
                <a:spcPts val="0"/>
              </a:spcAft>
              <a:buSzPts val="900"/>
              <a:buChar char="○"/>
              <a:defRPr/>
            </a:lvl8pPr>
            <a:lvl9pPr indent="-285750" lvl="8" marL="4114800" algn="l">
              <a:lnSpc>
                <a:spcPct val="100000"/>
              </a:lnSpc>
              <a:spcBef>
                <a:spcPts val="0"/>
              </a:spcBef>
              <a:spcAft>
                <a:spcPts val="0"/>
              </a:spcAft>
              <a:buSzPts val="900"/>
              <a:buChar char="■"/>
              <a:defRPr/>
            </a:lvl9pPr>
          </a:lstStyle>
          <a:p/>
        </p:txBody>
      </p:sp>
      <p:cxnSp>
        <p:nvCxnSpPr>
          <p:cNvPr id="179" name="Google Shape;179;p23"/>
          <p:cNvCxnSpPr/>
          <p:nvPr/>
        </p:nvCxnSpPr>
        <p:spPr>
          <a:xfrm flipH="1" rot="10800000">
            <a:off x="225750" y="4678950"/>
            <a:ext cx="8692500" cy="5700"/>
          </a:xfrm>
          <a:prstGeom prst="straightConnector1">
            <a:avLst/>
          </a:prstGeom>
          <a:noFill/>
          <a:ln cap="flat" cmpd="sng" w="9525">
            <a:solidFill>
              <a:schemeClr val="dk1"/>
            </a:solidFill>
            <a:prstDash val="solid"/>
            <a:round/>
            <a:headEnd len="sm" w="sm" type="none"/>
            <a:tailEnd len="sm" w="sm" type="none"/>
          </a:ln>
        </p:spPr>
      </p:cxn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act">
  <p:cSld name="ONE_COLUMN_TEXT_1">
    <p:spTree>
      <p:nvGrpSpPr>
        <p:cNvPr id="180" name="Shape 180"/>
        <p:cNvGrpSpPr/>
        <p:nvPr/>
      </p:nvGrpSpPr>
      <p:grpSpPr>
        <a:xfrm>
          <a:off x="0" y="0"/>
          <a:ext cx="0" cy="0"/>
          <a:chOff x="0" y="0"/>
          <a:chExt cx="0" cy="0"/>
        </a:xfrm>
      </p:grpSpPr>
      <p:sp>
        <p:nvSpPr>
          <p:cNvPr id="181" name="Google Shape;181;p24"/>
          <p:cNvSpPr txBox="1"/>
          <p:nvPr>
            <p:ph idx="12" type="sldNum"/>
          </p:nvPr>
        </p:nvSpPr>
        <p:spPr>
          <a:xfrm>
            <a:off x="7426775" y="4679000"/>
            <a:ext cx="1502400" cy="3243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9pPr>
          </a:lstStyle>
          <a:p>
            <a:pPr indent="0" lvl="0" marL="0" rtl="0" algn="r">
              <a:spcBef>
                <a:spcPts val="0"/>
              </a:spcBef>
              <a:spcAft>
                <a:spcPts val="0"/>
              </a:spcAft>
              <a:buNone/>
            </a:pPr>
            <a:fld id="{00000000-1234-1234-1234-123412341234}" type="slidenum">
              <a:rPr lang="en"/>
              <a:t>‹#›</a:t>
            </a:fld>
            <a:endParaRPr/>
          </a:p>
        </p:txBody>
      </p:sp>
      <p:sp>
        <p:nvSpPr>
          <p:cNvPr id="182" name="Google Shape;182;p24"/>
          <p:cNvSpPr txBox="1"/>
          <p:nvPr>
            <p:ph type="title"/>
          </p:nvPr>
        </p:nvSpPr>
        <p:spPr>
          <a:xfrm>
            <a:off x="228600" y="2089772"/>
            <a:ext cx="3551400" cy="6702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4500"/>
              <a:buNone/>
              <a:defRPr sz="4500"/>
            </a:lvl1pPr>
            <a:lvl2pPr lvl="1" algn="l">
              <a:lnSpc>
                <a:spcPct val="100000"/>
              </a:lnSpc>
              <a:spcBef>
                <a:spcPts val="0"/>
              </a:spcBef>
              <a:spcAft>
                <a:spcPts val="0"/>
              </a:spcAft>
              <a:buSzPts val="4500"/>
              <a:buNone/>
              <a:defRPr sz="4500"/>
            </a:lvl2pPr>
            <a:lvl3pPr lvl="2" algn="l">
              <a:lnSpc>
                <a:spcPct val="100000"/>
              </a:lnSpc>
              <a:spcBef>
                <a:spcPts val="0"/>
              </a:spcBef>
              <a:spcAft>
                <a:spcPts val="0"/>
              </a:spcAft>
              <a:buSzPts val="4500"/>
              <a:buNone/>
              <a:defRPr sz="4500"/>
            </a:lvl3pPr>
            <a:lvl4pPr lvl="3" algn="l">
              <a:lnSpc>
                <a:spcPct val="100000"/>
              </a:lnSpc>
              <a:spcBef>
                <a:spcPts val="0"/>
              </a:spcBef>
              <a:spcAft>
                <a:spcPts val="0"/>
              </a:spcAft>
              <a:buSzPts val="4500"/>
              <a:buNone/>
              <a:defRPr sz="4500"/>
            </a:lvl4pPr>
            <a:lvl5pPr lvl="4" algn="l">
              <a:lnSpc>
                <a:spcPct val="100000"/>
              </a:lnSpc>
              <a:spcBef>
                <a:spcPts val="0"/>
              </a:spcBef>
              <a:spcAft>
                <a:spcPts val="0"/>
              </a:spcAft>
              <a:buSzPts val="4500"/>
              <a:buNone/>
              <a:defRPr sz="4500"/>
            </a:lvl5pPr>
            <a:lvl6pPr lvl="5" algn="l">
              <a:lnSpc>
                <a:spcPct val="100000"/>
              </a:lnSpc>
              <a:spcBef>
                <a:spcPts val="0"/>
              </a:spcBef>
              <a:spcAft>
                <a:spcPts val="0"/>
              </a:spcAft>
              <a:buSzPts val="4500"/>
              <a:buNone/>
              <a:defRPr sz="4500"/>
            </a:lvl6pPr>
            <a:lvl7pPr lvl="6" algn="l">
              <a:lnSpc>
                <a:spcPct val="100000"/>
              </a:lnSpc>
              <a:spcBef>
                <a:spcPts val="0"/>
              </a:spcBef>
              <a:spcAft>
                <a:spcPts val="0"/>
              </a:spcAft>
              <a:buSzPts val="4500"/>
              <a:buNone/>
              <a:defRPr sz="4500"/>
            </a:lvl7pPr>
            <a:lvl8pPr lvl="7" algn="l">
              <a:lnSpc>
                <a:spcPct val="100000"/>
              </a:lnSpc>
              <a:spcBef>
                <a:spcPts val="0"/>
              </a:spcBef>
              <a:spcAft>
                <a:spcPts val="0"/>
              </a:spcAft>
              <a:buSzPts val="4500"/>
              <a:buNone/>
              <a:defRPr sz="4500"/>
            </a:lvl8pPr>
            <a:lvl9pPr lvl="8" algn="l">
              <a:lnSpc>
                <a:spcPct val="100000"/>
              </a:lnSpc>
              <a:spcBef>
                <a:spcPts val="0"/>
              </a:spcBef>
              <a:spcAft>
                <a:spcPts val="0"/>
              </a:spcAft>
              <a:buSzPts val="4500"/>
              <a:buNone/>
              <a:defRPr sz="4500"/>
            </a:lvl9pPr>
          </a:lstStyle>
          <a:p/>
        </p:txBody>
      </p:sp>
      <p:sp>
        <p:nvSpPr>
          <p:cNvPr id="183" name="Google Shape;183;p24"/>
          <p:cNvSpPr txBox="1"/>
          <p:nvPr>
            <p:ph idx="1" type="subTitle"/>
          </p:nvPr>
        </p:nvSpPr>
        <p:spPr>
          <a:xfrm>
            <a:off x="6074275" y="1004700"/>
            <a:ext cx="2558700" cy="31341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2000"/>
              <a:buNone/>
              <a:defRPr/>
            </a:lvl1pPr>
            <a:lvl2pPr lvl="1" algn="l">
              <a:lnSpc>
                <a:spcPct val="100000"/>
              </a:lnSpc>
              <a:spcBef>
                <a:spcPts val="0"/>
              </a:spcBef>
              <a:spcAft>
                <a:spcPts val="0"/>
              </a:spcAft>
              <a:buSzPts val="2000"/>
              <a:buNone/>
              <a:defRPr/>
            </a:lvl2pPr>
            <a:lvl3pPr lvl="2" algn="l">
              <a:lnSpc>
                <a:spcPct val="100000"/>
              </a:lnSpc>
              <a:spcBef>
                <a:spcPts val="0"/>
              </a:spcBef>
              <a:spcAft>
                <a:spcPts val="0"/>
              </a:spcAft>
              <a:buSzPts val="2000"/>
              <a:buNone/>
              <a:defRPr/>
            </a:lvl3pPr>
            <a:lvl4pPr lvl="3" algn="l">
              <a:lnSpc>
                <a:spcPct val="100000"/>
              </a:lnSpc>
              <a:spcBef>
                <a:spcPts val="0"/>
              </a:spcBef>
              <a:spcAft>
                <a:spcPts val="0"/>
              </a:spcAft>
              <a:buSzPts val="2000"/>
              <a:buNone/>
              <a:defRPr/>
            </a:lvl4pPr>
            <a:lvl5pPr lvl="4" algn="l">
              <a:lnSpc>
                <a:spcPct val="100000"/>
              </a:lnSpc>
              <a:spcBef>
                <a:spcPts val="0"/>
              </a:spcBef>
              <a:spcAft>
                <a:spcPts val="0"/>
              </a:spcAft>
              <a:buSzPts val="2000"/>
              <a:buNone/>
              <a:defRPr/>
            </a:lvl5pPr>
            <a:lvl6pPr lvl="5" algn="l">
              <a:lnSpc>
                <a:spcPct val="100000"/>
              </a:lnSpc>
              <a:spcBef>
                <a:spcPts val="0"/>
              </a:spcBef>
              <a:spcAft>
                <a:spcPts val="0"/>
              </a:spcAft>
              <a:buSzPts val="2000"/>
              <a:buNone/>
              <a:defRPr/>
            </a:lvl6pPr>
            <a:lvl7pPr lvl="6" algn="l">
              <a:lnSpc>
                <a:spcPct val="100000"/>
              </a:lnSpc>
              <a:spcBef>
                <a:spcPts val="0"/>
              </a:spcBef>
              <a:spcAft>
                <a:spcPts val="0"/>
              </a:spcAft>
              <a:buSzPts val="2000"/>
              <a:buNone/>
              <a:defRPr/>
            </a:lvl7pPr>
            <a:lvl8pPr lvl="7" algn="l">
              <a:lnSpc>
                <a:spcPct val="100000"/>
              </a:lnSpc>
              <a:spcBef>
                <a:spcPts val="0"/>
              </a:spcBef>
              <a:spcAft>
                <a:spcPts val="0"/>
              </a:spcAft>
              <a:buSzPts val="2000"/>
              <a:buNone/>
              <a:defRPr/>
            </a:lvl8pPr>
            <a:lvl9pPr lvl="8" algn="l">
              <a:lnSpc>
                <a:spcPct val="100000"/>
              </a:lnSpc>
              <a:spcBef>
                <a:spcPts val="0"/>
              </a:spcBef>
              <a:spcAft>
                <a:spcPts val="0"/>
              </a:spcAft>
              <a:buSzPts val="2000"/>
              <a:buNone/>
              <a:defRPr/>
            </a:lvl9pPr>
          </a:lstStyle>
          <a:p/>
        </p:txBody>
      </p:sp>
      <p:sp>
        <p:nvSpPr>
          <p:cNvPr id="184" name="Google Shape;184;p24"/>
          <p:cNvSpPr txBox="1"/>
          <p:nvPr>
            <p:ph idx="2" type="subTitle"/>
          </p:nvPr>
        </p:nvSpPr>
        <p:spPr>
          <a:xfrm>
            <a:off x="4292700" y="1004700"/>
            <a:ext cx="1671000" cy="3134100"/>
          </a:xfrm>
          <a:prstGeom prst="rect">
            <a:avLst/>
          </a:prstGeom>
          <a:noFill/>
          <a:ln>
            <a:noFill/>
          </a:ln>
        </p:spPr>
        <p:txBody>
          <a:bodyPr anchorCtr="0" anchor="ctr" bIns="91425" lIns="91425" spcFirstLastPara="1" rIns="91425" wrap="square" tIns="91425">
            <a:noAutofit/>
          </a:bodyPr>
          <a:lstStyle>
            <a:lvl1pPr lvl="0" algn="r">
              <a:lnSpc>
                <a:spcPct val="100000"/>
              </a:lnSpc>
              <a:spcBef>
                <a:spcPts val="0"/>
              </a:spcBef>
              <a:spcAft>
                <a:spcPts val="0"/>
              </a:spcAft>
              <a:buSzPts val="2000"/>
              <a:buNone/>
              <a:defRPr b="1"/>
            </a:lvl1pPr>
            <a:lvl2pPr lvl="1" algn="r">
              <a:lnSpc>
                <a:spcPct val="100000"/>
              </a:lnSpc>
              <a:spcBef>
                <a:spcPts val="0"/>
              </a:spcBef>
              <a:spcAft>
                <a:spcPts val="0"/>
              </a:spcAft>
              <a:buSzPts val="2000"/>
              <a:buNone/>
              <a:defRPr b="1"/>
            </a:lvl2pPr>
            <a:lvl3pPr lvl="2" algn="r">
              <a:lnSpc>
                <a:spcPct val="100000"/>
              </a:lnSpc>
              <a:spcBef>
                <a:spcPts val="0"/>
              </a:spcBef>
              <a:spcAft>
                <a:spcPts val="0"/>
              </a:spcAft>
              <a:buSzPts val="2000"/>
              <a:buNone/>
              <a:defRPr b="1"/>
            </a:lvl3pPr>
            <a:lvl4pPr lvl="3" algn="r">
              <a:lnSpc>
                <a:spcPct val="100000"/>
              </a:lnSpc>
              <a:spcBef>
                <a:spcPts val="0"/>
              </a:spcBef>
              <a:spcAft>
                <a:spcPts val="0"/>
              </a:spcAft>
              <a:buSzPts val="2000"/>
              <a:buNone/>
              <a:defRPr b="1"/>
            </a:lvl4pPr>
            <a:lvl5pPr lvl="4" algn="r">
              <a:lnSpc>
                <a:spcPct val="100000"/>
              </a:lnSpc>
              <a:spcBef>
                <a:spcPts val="0"/>
              </a:spcBef>
              <a:spcAft>
                <a:spcPts val="0"/>
              </a:spcAft>
              <a:buSzPts val="2000"/>
              <a:buNone/>
              <a:defRPr b="1"/>
            </a:lvl5pPr>
            <a:lvl6pPr lvl="5" algn="r">
              <a:lnSpc>
                <a:spcPct val="100000"/>
              </a:lnSpc>
              <a:spcBef>
                <a:spcPts val="0"/>
              </a:spcBef>
              <a:spcAft>
                <a:spcPts val="0"/>
              </a:spcAft>
              <a:buSzPts val="2000"/>
              <a:buNone/>
              <a:defRPr b="1"/>
            </a:lvl6pPr>
            <a:lvl7pPr lvl="6" algn="r">
              <a:lnSpc>
                <a:spcPct val="100000"/>
              </a:lnSpc>
              <a:spcBef>
                <a:spcPts val="0"/>
              </a:spcBef>
              <a:spcAft>
                <a:spcPts val="0"/>
              </a:spcAft>
              <a:buSzPts val="2000"/>
              <a:buNone/>
              <a:defRPr b="1"/>
            </a:lvl7pPr>
            <a:lvl8pPr lvl="7" algn="r">
              <a:lnSpc>
                <a:spcPct val="100000"/>
              </a:lnSpc>
              <a:spcBef>
                <a:spcPts val="0"/>
              </a:spcBef>
              <a:spcAft>
                <a:spcPts val="0"/>
              </a:spcAft>
              <a:buSzPts val="2000"/>
              <a:buNone/>
              <a:defRPr b="1"/>
            </a:lvl8pPr>
            <a:lvl9pPr lvl="8" algn="r">
              <a:lnSpc>
                <a:spcPct val="100000"/>
              </a:lnSpc>
              <a:spcBef>
                <a:spcPts val="0"/>
              </a:spcBef>
              <a:spcAft>
                <a:spcPts val="0"/>
              </a:spcAft>
              <a:buSzPts val="2000"/>
              <a:buNone/>
              <a:defRPr b="1"/>
            </a:lvl9pPr>
          </a:lstStyle>
          <a:p/>
        </p:txBody>
      </p:sp>
      <p:sp>
        <p:nvSpPr>
          <p:cNvPr id="185" name="Google Shape;185;p24"/>
          <p:cNvSpPr txBox="1"/>
          <p:nvPr>
            <p:ph idx="3" type="body"/>
          </p:nvPr>
        </p:nvSpPr>
        <p:spPr>
          <a:xfrm>
            <a:off x="228600" y="4679000"/>
            <a:ext cx="4343400" cy="324300"/>
          </a:xfrm>
          <a:prstGeom prst="rect">
            <a:avLst/>
          </a:prstGeom>
          <a:noFill/>
          <a:ln>
            <a:noFill/>
          </a:ln>
        </p:spPr>
        <p:txBody>
          <a:bodyPr anchorCtr="0" anchor="t" bIns="91425" lIns="91425" spcFirstLastPara="1" rIns="91425" wrap="square" tIns="91425">
            <a:noAutofit/>
          </a:bodyPr>
          <a:lstStyle>
            <a:lvl1pPr indent="-285750" lvl="0" marL="457200" algn="l">
              <a:lnSpc>
                <a:spcPct val="100000"/>
              </a:lnSpc>
              <a:spcBef>
                <a:spcPts val="0"/>
              </a:spcBef>
              <a:spcAft>
                <a:spcPts val="0"/>
              </a:spcAft>
              <a:buSzPts val="900"/>
              <a:buChar char="●"/>
              <a:defRPr/>
            </a:lvl1pPr>
            <a:lvl2pPr indent="-285750" lvl="1" marL="914400" algn="l">
              <a:lnSpc>
                <a:spcPct val="100000"/>
              </a:lnSpc>
              <a:spcBef>
                <a:spcPts val="0"/>
              </a:spcBef>
              <a:spcAft>
                <a:spcPts val="0"/>
              </a:spcAft>
              <a:buSzPts val="900"/>
              <a:buChar char="○"/>
              <a:defRPr/>
            </a:lvl2pPr>
            <a:lvl3pPr indent="-285750" lvl="2" marL="1371600" algn="l">
              <a:lnSpc>
                <a:spcPct val="100000"/>
              </a:lnSpc>
              <a:spcBef>
                <a:spcPts val="0"/>
              </a:spcBef>
              <a:spcAft>
                <a:spcPts val="0"/>
              </a:spcAft>
              <a:buSzPts val="900"/>
              <a:buChar char="■"/>
              <a:defRPr/>
            </a:lvl3pPr>
            <a:lvl4pPr indent="-285750" lvl="3" marL="1828800" algn="l">
              <a:lnSpc>
                <a:spcPct val="100000"/>
              </a:lnSpc>
              <a:spcBef>
                <a:spcPts val="0"/>
              </a:spcBef>
              <a:spcAft>
                <a:spcPts val="0"/>
              </a:spcAft>
              <a:buSzPts val="900"/>
              <a:buChar char="●"/>
              <a:defRPr/>
            </a:lvl4pPr>
            <a:lvl5pPr indent="-285750" lvl="4" marL="2286000" algn="l">
              <a:lnSpc>
                <a:spcPct val="100000"/>
              </a:lnSpc>
              <a:spcBef>
                <a:spcPts val="0"/>
              </a:spcBef>
              <a:spcAft>
                <a:spcPts val="0"/>
              </a:spcAft>
              <a:buSzPts val="900"/>
              <a:buChar char="○"/>
              <a:defRPr/>
            </a:lvl5pPr>
            <a:lvl6pPr indent="-285750" lvl="5" marL="2743200" algn="l">
              <a:lnSpc>
                <a:spcPct val="100000"/>
              </a:lnSpc>
              <a:spcBef>
                <a:spcPts val="0"/>
              </a:spcBef>
              <a:spcAft>
                <a:spcPts val="0"/>
              </a:spcAft>
              <a:buSzPts val="900"/>
              <a:buChar char="■"/>
              <a:defRPr/>
            </a:lvl6pPr>
            <a:lvl7pPr indent="-285750" lvl="6" marL="3200400" algn="l">
              <a:lnSpc>
                <a:spcPct val="100000"/>
              </a:lnSpc>
              <a:spcBef>
                <a:spcPts val="0"/>
              </a:spcBef>
              <a:spcAft>
                <a:spcPts val="0"/>
              </a:spcAft>
              <a:buSzPts val="900"/>
              <a:buChar char="●"/>
              <a:defRPr/>
            </a:lvl7pPr>
            <a:lvl8pPr indent="-285750" lvl="7" marL="3657600" algn="l">
              <a:lnSpc>
                <a:spcPct val="100000"/>
              </a:lnSpc>
              <a:spcBef>
                <a:spcPts val="0"/>
              </a:spcBef>
              <a:spcAft>
                <a:spcPts val="0"/>
              </a:spcAft>
              <a:buSzPts val="900"/>
              <a:buChar char="○"/>
              <a:defRPr/>
            </a:lvl8pPr>
            <a:lvl9pPr indent="-285750" lvl="8" marL="4114800" algn="l">
              <a:lnSpc>
                <a:spcPct val="100000"/>
              </a:lnSpc>
              <a:spcBef>
                <a:spcPts val="0"/>
              </a:spcBef>
              <a:spcAft>
                <a:spcPts val="0"/>
              </a:spcAft>
              <a:buSzPts val="900"/>
              <a:buChar char="■"/>
              <a:defRPr/>
            </a:lvl9pPr>
          </a:lstStyle>
          <a:p/>
        </p:txBody>
      </p:sp>
      <p:cxnSp>
        <p:nvCxnSpPr>
          <p:cNvPr id="186" name="Google Shape;186;p24"/>
          <p:cNvCxnSpPr/>
          <p:nvPr/>
        </p:nvCxnSpPr>
        <p:spPr>
          <a:xfrm flipH="1" rot="10800000">
            <a:off x="225750" y="4678950"/>
            <a:ext cx="8692500" cy="5700"/>
          </a:xfrm>
          <a:prstGeom prst="straightConnector1">
            <a:avLst/>
          </a:prstGeom>
          <a:noFill/>
          <a:ln cap="flat" cmpd="sng" w="9525">
            <a:solidFill>
              <a:schemeClr val="dk1"/>
            </a:solidFill>
            <a:prstDash val="solid"/>
            <a:round/>
            <a:headEnd len="sm" w="sm" type="none"/>
            <a:tailEnd len="sm" w="sm" type="none"/>
          </a:ln>
        </p:spPr>
      </p:cxn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_1">
    <p:spTree>
      <p:nvGrpSpPr>
        <p:cNvPr id="187" name="Shape 187"/>
        <p:cNvGrpSpPr/>
        <p:nvPr/>
      </p:nvGrpSpPr>
      <p:grpSpPr>
        <a:xfrm>
          <a:off x="0" y="0"/>
          <a:ext cx="0" cy="0"/>
          <a:chOff x="0" y="0"/>
          <a:chExt cx="0" cy="0"/>
        </a:xfrm>
      </p:grpSpPr>
      <p:sp>
        <p:nvSpPr>
          <p:cNvPr id="188" name="Google Shape;188;p25"/>
          <p:cNvSpPr txBox="1"/>
          <p:nvPr>
            <p:ph idx="12" type="sldNum"/>
          </p:nvPr>
        </p:nvSpPr>
        <p:spPr>
          <a:xfrm>
            <a:off x="7426775" y="4679000"/>
            <a:ext cx="1502400" cy="3243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9pPr>
          </a:lstStyle>
          <a:p>
            <a:pPr indent="0" lvl="0" marL="0" rtl="0" algn="r">
              <a:spcBef>
                <a:spcPts val="0"/>
              </a:spcBef>
              <a:spcAft>
                <a:spcPts val="0"/>
              </a:spcAft>
              <a:buNone/>
            </a:pPr>
            <a:fld id="{00000000-1234-1234-1234-123412341234}" type="slidenum">
              <a:rPr lang="en"/>
              <a:t>‹#›</a:t>
            </a:fld>
            <a:endParaRPr/>
          </a:p>
        </p:txBody>
      </p:sp>
      <p:sp>
        <p:nvSpPr>
          <p:cNvPr id="189" name="Google Shape;189;p25"/>
          <p:cNvSpPr txBox="1"/>
          <p:nvPr>
            <p:ph type="title"/>
          </p:nvPr>
        </p:nvSpPr>
        <p:spPr>
          <a:xfrm>
            <a:off x="228600" y="1909750"/>
            <a:ext cx="6232800" cy="9462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4500"/>
              <a:buNone/>
              <a:defRPr sz="4500"/>
            </a:lvl1pPr>
            <a:lvl2pPr lvl="1" algn="l">
              <a:lnSpc>
                <a:spcPct val="100000"/>
              </a:lnSpc>
              <a:spcBef>
                <a:spcPts val="0"/>
              </a:spcBef>
              <a:spcAft>
                <a:spcPts val="0"/>
              </a:spcAft>
              <a:buSzPts val="4500"/>
              <a:buNone/>
              <a:defRPr sz="4500"/>
            </a:lvl2pPr>
            <a:lvl3pPr lvl="2" algn="l">
              <a:lnSpc>
                <a:spcPct val="100000"/>
              </a:lnSpc>
              <a:spcBef>
                <a:spcPts val="0"/>
              </a:spcBef>
              <a:spcAft>
                <a:spcPts val="0"/>
              </a:spcAft>
              <a:buSzPts val="4500"/>
              <a:buNone/>
              <a:defRPr sz="4500"/>
            </a:lvl3pPr>
            <a:lvl4pPr lvl="3" algn="l">
              <a:lnSpc>
                <a:spcPct val="100000"/>
              </a:lnSpc>
              <a:spcBef>
                <a:spcPts val="0"/>
              </a:spcBef>
              <a:spcAft>
                <a:spcPts val="0"/>
              </a:spcAft>
              <a:buSzPts val="4500"/>
              <a:buNone/>
              <a:defRPr sz="4500"/>
            </a:lvl4pPr>
            <a:lvl5pPr lvl="4" algn="l">
              <a:lnSpc>
                <a:spcPct val="100000"/>
              </a:lnSpc>
              <a:spcBef>
                <a:spcPts val="0"/>
              </a:spcBef>
              <a:spcAft>
                <a:spcPts val="0"/>
              </a:spcAft>
              <a:buSzPts val="4500"/>
              <a:buNone/>
              <a:defRPr sz="4500"/>
            </a:lvl5pPr>
            <a:lvl6pPr lvl="5" algn="l">
              <a:lnSpc>
                <a:spcPct val="100000"/>
              </a:lnSpc>
              <a:spcBef>
                <a:spcPts val="0"/>
              </a:spcBef>
              <a:spcAft>
                <a:spcPts val="0"/>
              </a:spcAft>
              <a:buSzPts val="4500"/>
              <a:buNone/>
              <a:defRPr sz="4500"/>
            </a:lvl6pPr>
            <a:lvl7pPr lvl="6" algn="l">
              <a:lnSpc>
                <a:spcPct val="100000"/>
              </a:lnSpc>
              <a:spcBef>
                <a:spcPts val="0"/>
              </a:spcBef>
              <a:spcAft>
                <a:spcPts val="0"/>
              </a:spcAft>
              <a:buSzPts val="4500"/>
              <a:buNone/>
              <a:defRPr sz="4500"/>
            </a:lvl7pPr>
            <a:lvl8pPr lvl="7" algn="l">
              <a:lnSpc>
                <a:spcPct val="100000"/>
              </a:lnSpc>
              <a:spcBef>
                <a:spcPts val="0"/>
              </a:spcBef>
              <a:spcAft>
                <a:spcPts val="0"/>
              </a:spcAft>
              <a:buSzPts val="4500"/>
              <a:buNone/>
              <a:defRPr sz="4500"/>
            </a:lvl8pPr>
            <a:lvl9pPr lvl="8" algn="l">
              <a:lnSpc>
                <a:spcPct val="100000"/>
              </a:lnSpc>
              <a:spcBef>
                <a:spcPts val="0"/>
              </a:spcBef>
              <a:spcAft>
                <a:spcPts val="0"/>
              </a:spcAft>
              <a:buSzPts val="4500"/>
              <a:buNone/>
              <a:defRPr sz="4500"/>
            </a:lvl9pPr>
          </a:lstStyle>
          <a:p/>
        </p:txBody>
      </p:sp>
      <p:cxnSp>
        <p:nvCxnSpPr>
          <p:cNvPr id="190" name="Google Shape;190;p25"/>
          <p:cNvCxnSpPr/>
          <p:nvPr/>
        </p:nvCxnSpPr>
        <p:spPr>
          <a:xfrm flipH="1" rot="10800000">
            <a:off x="225750" y="4678950"/>
            <a:ext cx="8692500" cy="5700"/>
          </a:xfrm>
          <a:prstGeom prst="straightConnector1">
            <a:avLst/>
          </a:prstGeom>
          <a:noFill/>
          <a:ln cap="flat" cmpd="sng" w="9525">
            <a:solidFill>
              <a:schemeClr val="dk1"/>
            </a:solidFill>
            <a:prstDash val="solid"/>
            <a:round/>
            <a:headEnd len="sm" w="sm" type="none"/>
            <a:tailEnd len="sm" w="sm" type="none"/>
          </a:ln>
        </p:spPr>
      </p:cxnSp>
      <p:sp>
        <p:nvSpPr>
          <p:cNvPr id="191" name="Google Shape;191;p25"/>
          <p:cNvSpPr txBox="1"/>
          <p:nvPr>
            <p:ph idx="1" type="subTitle"/>
          </p:nvPr>
        </p:nvSpPr>
        <p:spPr>
          <a:xfrm>
            <a:off x="228600" y="2866225"/>
            <a:ext cx="6232800" cy="6498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000"/>
              <a:buNone/>
              <a:defRPr/>
            </a:lvl1pPr>
            <a:lvl2pPr lvl="1" algn="l">
              <a:lnSpc>
                <a:spcPct val="100000"/>
              </a:lnSpc>
              <a:spcBef>
                <a:spcPts val="0"/>
              </a:spcBef>
              <a:spcAft>
                <a:spcPts val="0"/>
              </a:spcAft>
              <a:buSzPts val="2000"/>
              <a:buNone/>
              <a:defRPr/>
            </a:lvl2pPr>
            <a:lvl3pPr lvl="2" algn="l">
              <a:lnSpc>
                <a:spcPct val="100000"/>
              </a:lnSpc>
              <a:spcBef>
                <a:spcPts val="0"/>
              </a:spcBef>
              <a:spcAft>
                <a:spcPts val="0"/>
              </a:spcAft>
              <a:buSzPts val="2000"/>
              <a:buNone/>
              <a:defRPr/>
            </a:lvl3pPr>
            <a:lvl4pPr lvl="3" algn="l">
              <a:lnSpc>
                <a:spcPct val="100000"/>
              </a:lnSpc>
              <a:spcBef>
                <a:spcPts val="0"/>
              </a:spcBef>
              <a:spcAft>
                <a:spcPts val="0"/>
              </a:spcAft>
              <a:buSzPts val="2000"/>
              <a:buNone/>
              <a:defRPr/>
            </a:lvl4pPr>
            <a:lvl5pPr lvl="4" algn="l">
              <a:lnSpc>
                <a:spcPct val="100000"/>
              </a:lnSpc>
              <a:spcBef>
                <a:spcPts val="0"/>
              </a:spcBef>
              <a:spcAft>
                <a:spcPts val="0"/>
              </a:spcAft>
              <a:buSzPts val="2000"/>
              <a:buNone/>
              <a:defRPr/>
            </a:lvl5pPr>
            <a:lvl6pPr lvl="5" algn="l">
              <a:lnSpc>
                <a:spcPct val="100000"/>
              </a:lnSpc>
              <a:spcBef>
                <a:spcPts val="0"/>
              </a:spcBef>
              <a:spcAft>
                <a:spcPts val="0"/>
              </a:spcAft>
              <a:buSzPts val="2000"/>
              <a:buNone/>
              <a:defRPr/>
            </a:lvl6pPr>
            <a:lvl7pPr lvl="6" algn="l">
              <a:lnSpc>
                <a:spcPct val="100000"/>
              </a:lnSpc>
              <a:spcBef>
                <a:spcPts val="0"/>
              </a:spcBef>
              <a:spcAft>
                <a:spcPts val="0"/>
              </a:spcAft>
              <a:buSzPts val="2000"/>
              <a:buNone/>
              <a:defRPr/>
            </a:lvl7pPr>
            <a:lvl8pPr lvl="7" algn="l">
              <a:lnSpc>
                <a:spcPct val="100000"/>
              </a:lnSpc>
              <a:spcBef>
                <a:spcPts val="0"/>
              </a:spcBef>
              <a:spcAft>
                <a:spcPts val="0"/>
              </a:spcAft>
              <a:buSzPts val="2000"/>
              <a:buNone/>
              <a:defRPr/>
            </a:lvl8pPr>
            <a:lvl9pPr lvl="8" algn="l">
              <a:lnSpc>
                <a:spcPct val="100000"/>
              </a:lnSpc>
              <a:spcBef>
                <a:spcPts val="0"/>
              </a:spcBef>
              <a:spcAft>
                <a:spcPts val="0"/>
              </a:spcAft>
              <a:buSzPts val="2000"/>
              <a:buNone/>
              <a:defRPr/>
            </a:lvl9pPr>
          </a:lstStyle>
          <a:p/>
        </p:txBody>
      </p:sp>
    </p:spTree>
  </p:cSld>
  <p:clrMapOvr>
    <a:masterClrMapping/>
  </p:clrMapOvr>
  <p:extLst>
    <p:ext uri="{DCECCB84-F9BA-43D5-87BE-67443E8EF086}">
      <p15:sldGuideLst>
        <p15:guide id="1" orient="horz" pos="1620">
          <p15:clr>
            <a:srgbClr val="E46962"/>
          </p15:clr>
        </p15:guide>
        <p15:guide id="2" pos="2880">
          <p15:clr>
            <a:srgbClr val="E46962"/>
          </p15:clr>
        </p15:guide>
        <p15:guide id="3" pos="144">
          <p15:clr>
            <a:srgbClr val="E46962"/>
          </p15:clr>
        </p15:guide>
        <p15:guide id="4" pos="1512">
          <p15:clr>
            <a:srgbClr val="E46962"/>
          </p15:clr>
        </p15:guide>
        <p15:guide id="5" pos="4248">
          <p15:clr>
            <a:srgbClr val="E46962"/>
          </p15:clr>
        </p15:guide>
        <p15:guide id="6" pos="5616">
          <p15:clr>
            <a:srgbClr val="E46962"/>
          </p15:clr>
        </p15:guide>
      </p15:sldGuideLst>
    </p:ext>
  </p:extLst>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_1_1">
    <p:spTree>
      <p:nvGrpSpPr>
        <p:cNvPr id="192" name="Shape 192"/>
        <p:cNvGrpSpPr/>
        <p:nvPr/>
      </p:nvGrpSpPr>
      <p:grpSpPr>
        <a:xfrm>
          <a:off x="0" y="0"/>
          <a:ext cx="0" cy="0"/>
          <a:chOff x="0" y="0"/>
          <a:chExt cx="0" cy="0"/>
        </a:xfrm>
      </p:grpSpPr>
      <p:sp>
        <p:nvSpPr>
          <p:cNvPr id="193" name="Google Shape;193;p26"/>
          <p:cNvSpPr txBox="1"/>
          <p:nvPr>
            <p:ph idx="1" type="body"/>
          </p:nvPr>
        </p:nvSpPr>
        <p:spPr>
          <a:xfrm>
            <a:off x="228600" y="2856025"/>
            <a:ext cx="1889400" cy="670200"/>
          </a:xfrm>
          <a:prstGeom prst="rect">
            <a:avLst/>
          </a:prstGeom>
          <a:noFill/>
          <a:ln>
            <a:noFill/>
          </a:ln>
        </p:spPr>
        <p:txBody>
          <a:bodyPr anchorCtr="0" anchor="t" bIns="91425" lIns="91425" spcFirstLastPara="1" rIns="91425" wrap="square" tIns="91425">
            <a:noAutofit/>
          </a:bodyPr>
          <a:lstStyle>
            <a:lvl1pPr indent="-285750" lvl="0" marL="457200" algn="l">
              <a:lnSpc>
                <a:spcPct val="100000"/>
              </a:lnSpc>
              <a:spcBef>
                <a:spcPts val="0"/>
              </a:spcBef>
              <a:spcAft>
                <a:spcPts val="0"/>
              </a:spcAft>
              <a:buSzPts val="900"/>
              <a:buChar char="●"/>
              <a:defRPr/>
            </a:lvl1pPr>
            <a:lvl2pPr indent="-285750" lvl="1" marL="914400" algn="l">
              <a:lnSpc>
                <a:spcPct val="100000"/>
              </a:lnSpc>
              <a:spcBef>
                <a:spcPts val="0"/>
              </a:spcBef>
              <a:spcAft>
                <a:spcPts val="0"/>
              </a:spcAft>
              <a:buSzPts val="900"/>
              <a:buChar char="○"/>
              <a:defRPr/>
            </a:lvl2pPr>
            <a:lvl3pPr indent="-285750" lvl="2" marL="1371600" algn="l">
              <a:lnSpc>
                <a:spcPct val="100000"/>
              </a:lnSpc>
              <a:spcBef>
                <a:spcPts val="0"/>
              </a:spcBef>
              <a:spcAft>
                <a:spcPts val="0"/>
              </a:spcAft>
              <a:buSzPts val="900"/>
              <a:buChar char="■"/>
              <a:defRPr/>
            </a:lvl3pPr>
            <a:lvl4pPr indent="-285750" lvl="3" marL="1828800" algn="l">
              <a:lnSpc>
                <a:spcPct val="100000"/>
              </a:lnSpc>
              <a:spcBef>
                <a:spcPts val="0"/>
              </a:spcBef>
              <a:spcAft>
                <a:spcPts val="0"/>
              </a:spcAft>
              <a:buSzPts val="900"/>
              <a:buChar char="●"/>
              <a:defRPr/>
            </a:lvl4pPr>
            <a:lvl5pPr indent="-285750" lvl="4" marL="2286000" algn="l">
              <a:lnSpc>
                <a:spcPct val="100000"/>
              </a:lnSpc>
              <a:spcBef>
                <a:spcPts val="0"/>
              </a:spcBef>
              <a:spcAft>
                <a:spcPts val="0"/>
              </a:spcAft>
              <a:buSzPts val="900"/>
              <a:buChar char="○"/>
              <a:defRPr/>
            </a:lvl5pPr>
            <a:lvl6pPr indent="-285750" lvl="5" marL="2743200" algn="l">
              <a:lnSpc>
                <a:spcPct val="100000"/>
              </a:lnSpc>
              <a:spcBef>
                <a:spcPts val="0"/>
              </a:spcBef>
              <a:spcAft>
                <a:spcPts val="0"/>
              </a:spcAft>
              <a:buSzPts val="900"/>
              <a:buChar char="■"/>
              <a:defRPr/>
            </a:lvl6pPr>
            <a:lvl7pPr indent="-285750" lvl="6" marL="3200400" algn="l">
              <a:lnSpc>
                <a:spcPct val="100000"/>
              </a:lnSpc>
              <a:spcBef>
                <a:spcPts val="0"/>
              </a:spcBef>
              <a:spcAft>
                <a:spcPts val="0"/>
              </a:spcAft>
              <a:buSzPts val="900"/>
              <a:buChar char="●"/>
              <a:defRPr/>
            </a:lvl7pPr>
            <a:lvl8pPr indent="-285750" lvl="7" marL="3657600" algn="l">
              <a:lnSpc>
                <a:spcPct val="100000"/>
              </a:lnSpc>
              <a:spcBef>
                <a:spcPts val="0"/>
              </a:spcBef>
              <a:spcAft>
                <a:spcPts val="0"/>
              </a:spcAft>
              <a:buSzPts val="900"/>
              <a:buChar char="○"/>
              <a:defRPr/>
            </a:lvl8pPr>
            <a:lvl9pPr indent="-285750" lvl="8" marL="4114800" algn="l">
              <a:lnSpc>
                <a:spcPct val="100000"/>
              </a:lnSpc>
              <a:spcBef>
                <a:spcPts val="0"/>
              </a:spcBef>
              <a:spcAft>
                <a:spcPts val="0"/>
              </a:spcAft>
              <a:buSzPts val="900"/>
              <a:buChar char="■"/>
              <a:defRPr/>
            </a:lvl9pPr>
          </a:lstStyle>
          <a:p/>
        </p:txBody>
      </p:sp>
      <p:sp>
        <p:nvSpPr>
          <p:cNvPr id="194" name="Google Shape;194;p26"/>
          <p:cNvSpPr txBox="1"/>
          <p:nvPr>
            <p:ph idx="12" type="sldNum"/>
          </p:nvPr>
        </p:nvSpPr>
        <p:spPr>
          <a:xfrm>
            <a:off x="7426775" y="4679000"/>
            <a:ext cx="1502400" cy="3243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9pPr>
          </a:lstStyle>
          <a:p>
            <a:pPr indent="0" lvl="0" marL="0" rtl="0" algn="r">
              <a:spcBef>
                <a:spcPts val="0"/>
              </a:spcBef>
              <a:spcAft>
                <a:spcPts val="0"/>
              </a:spcAft>
              <a:buNone/>
            </a:pPr>
            <a:fld id="{00000000-1234-1234-1234-123412341234}" type="slidenum">
              <a:rPr lang="en"/>
              <a:t>‹#›</a:t>
            </a:fld>
            <a:endParaRPr/>
          </a:p>
        </p:txBody>
      </p:sp>
      <p:sp>
        <p:nvSpPr>
          <p:cNvPr id="195" name="Google Shape;195;p26"/>
          <p:cNvSpPr txBox="1"/>
          <p:nvPr>
            <p:ph type="title"/>
          </p:nvPr>
        </p:nvSpPr>
        <p:spPr>
          <a:xfrm>
            <a:off x="228600" y="1909750"/>
            <a:ext cx="6232800" cy="9462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4500"/>
              <a:buNone/>
              <a:defRPr sz="4500"/>
            </a:lvl1pPr>
            <a:lvl2pPr lvl="1" algn="l">
              <a:lnSpc>
                <a:spcPct val="100000"/>
              </a:lnSpc>
              <a:spcBef>
                <a:spcPts val="0"/>
              </a:spcBef>
              <a:spcAft>
                <a:spcPts val="0"/>
              </a:spcAft>
              <a:buSzPts val="4500"/>
              <a:buNone/>
              <a:defRPr sz="4500"/>
            </a:lvl2pPr>
            <a:lvl3pPr lvl="2" algn="l">
              <a:lnSpc>
                <a:spcPct val="100000"/>
              </a:lnSpc>
              <a:spcBef>
                <a:spcPts val="0"/>
              </a:spcBef>
              <a:spcAft>
                <a:spcPts val="0"/>
              </a:spcAft>
              <a:buSzPts val="4500"/>
              <a:buNone/>
              <a:defRPr sz="4500"/>
            </a:lvl3pPr>
            <a:lvl4pPr lvl="3" algn="l">
              <a:lnSpc>
                <a:spcPct val="100000"/>
              </a:lnSpc>
              <a:spcBef>
                <a:spcPts val="0"/>
              </a:spcBef>
              <a:spcAft>
                <a:spcPts val="0"/>
              </a:spcAft>
              <a:buSzPts val="4500"/>
              <a:buNone/>
              <a:defRPr sz="4500"/>
            </a:lvl4pPr>
            <a:lvl5pPr lvl="4" algn="l">
              <a:lnSpc>
                <a:spcPct val="100000"/>
              </a:lnSpc>
              <a:spcBef>
                <a:spcPts val="0"/>
              </a:spcBef>
              <a:spcAft>
                <a:spcPts val="0"/>
              </a:spcAft>
              <a:buSzPts val="4500"/>
              <a:buNone/>
              <a:defRPr sz="4500"/>
            </a:lvl5pPr>
            <a:lvl6pPr lvl="5" algn="l">
              <a:lnSpc>
                <a:spcPct val="100000"/>
              </a:lnSpc>
              <a:spcBef>
                <a:spcPts val="0"/>
              </a:spcBef>
              <a:spcAft>
                <a:spcPts val="0"/>
              </a:spcAft>
              <a:buSzPts val="4500"/>
              <a:buNone/>
              <a:defRPr sz="4500"/>
            </a:lvl6pPr>
            <a:lvl7pPr lvl="6" algn="l">
              <a:lnSpc>
                <a:spcPct val="100000"/>
              </a:lnSpc>
              <a:spcBef>
                <a:spcPts val="0"/>
              </a:spcBef>
              <a:spcAft>
                <a:spcPts val="0"/>
              </a:spcAft>
              <a:buSzPts val="4500"/>
              <a:buNone/>
              <a:defRPr sz="4500"/>
            </a:lvl7pPr>
            <a:lvl8pPr lvl="7" algn="l">
              <a:lnSpc>
                <a:spcPct val="100000"/>
              </a:lnSpc>
              <a:spcBef>
                <a:spcPts val="0"/>
              </a:spcBef>
              <a:spcAft>
                <a:spcPts val="0"/>
              </a:spcAft>
              <a:buSzPts val="4500"/>
              <a:buNone/>
              <a:defRPr sz="4500"/>
            </a:lvl8pPr>
            <a:lvl9pPr lvl="8" algn="l">
              <a:lnSpc>
                <a:spcPct val="100000"/>
              </a:lnSpc>
              <a:spcBef>
                <a:spcPts val="0"/>
              </a:spcBef>
              <a:spcAft>
                <a:spcPts val="0"/>
              </a:spcAft>
              <a:buSzPts val="4500"/>
              <a:buNone/>
              <a:defRPr sz="4500"/>
            </a:lvl9pPr>
          </a:lstStyle>
          <a:p/>
        </p:txBody>
      </p:sp>
      <p:cxnSp>
        <p:nvCxnSpPr>
          <p:cNvPr id="196" name="Google Shape;196;p26"/>
          <p:cNvCxnSpPr/>
          <p:nvPr/>
        </p:nvCxnSpPr>
        <p:spPr>
          <a:xfrm flipH="1" rot="10800000">
            <a:off x="225750" y="4678950"/>
            <a:ext cx="8692500" cy="5700"/>
          </a:xfrm>
          <a:prstGeom prst="straightConnector1">
            <a:avLst/>
          </a:prstGeom>
          <a:noFill/>
          <a:ln cap="flat" cmpd="sng" w="9525">
            <a:solidFill>
              <a:schemeClr val="dk1"/>
            </a:solidFill>
            <a:prstDash val="solid"/>
            <a:round/>
            <a:headEnd len="sm" w="sm" type="none"/>
            <a:tailEnd len="sm" w="sm" type="none"/>
          </a:ln>
        </p:spPr>
      </p:cxnSp>
    </p:spTree>
  </p:cSld>
  <p:clrMapOvr>
    <a:masterClrMapping/>
  </p:clrMapOvr>
  <p:extLst>
    <p:ext uri="{DCECCB84-F9BA-43D5-87BE-67443E8EF086}">
      <p15:sldGuideLst>
        <p15:guide id="1" orient="horz" pos="1620">
          <p15:clr>
            <a:srgbClr val="E46962"/>
          </p15:clr>
        </p15:guide>
        <p15:guide id="2" pos="2880">
          <p15:clr>
            <a:srgbClr val="E46962"/>
          </p15:clr>
        </p15:guide>
        <p15:guide id="3" pos="144">
          <p15:clr>
            <a:srgbClr val="E46962"/>
          </p15:clr>
        </p15:guide>
        <p15:guide id="4" pos="1512">
          <p15:clr>
            <a:srgbClr val="E46962"/>
          </p15:clr>
        </p15:guide>
        <p15:guide id="5" pos="4248">
          <p15:clr>
            <a:srgbClr val="E46962"/>
          </p15:clr>
        </p15:guide>
        <p15:guide id="6" pos="5616">
          <p15:clr>
            <a:srgbClr val="E46962"/>
          </p15:clr>
        </p15:guide>
      </p15:sldGuideLst>
    </p:ext>
  </p:extLst>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TITLE_AND_TWO_COLUMNS_1">
    <p:spTree>
      <p:nvGrpSpPr>
        <p:cNvPr id="197" name="Shape 197"/>
        <p:cNvGrpSpPr/>
        <p:nvPr/>
      </p:nvGrpSpPr>
      <p:grpSpPr>
        <a:xfrm>
          <a:off x="0" y="0"/>
          <a:ext cx="0" cy="0"/>
          <a:chOff x="0" y="0"/>
          <a:chExt cx="0" cy="0"/>
        </a:xfrm>
      </p:grpSpPr>
      <p:sp>
        <p:nvSpPr>
          <p:cNvPr id="198" name="Google Shape;198;p27"/>
          <p:cNvSpPr txBox="1"/>
          <p:nvPr>
            <p:ph idx="12" type="sldNum"/>
          </p:nvPr>
        </p:nvSpPr>
        <p:spPr>
          <a:xfrm>
            <a:off x="7426775" y="4679000"/>
            <a:ext cx="1502400" cy="3243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9pPr>
          </a:lstStyle>
          <a:p>
            <a:pPr indent="0" lvl="0" marL="0" rtl="0" algn="r">
              <a:spcBef>
                <a:spcPts val="0"/>
              </a:spcBef>
              <a:spcAft>
                <a:spcPts val="0"/>
              </a:spcAft>
              <a:buNone/>
            </a:pPr>
            <a:fld id="{00000000-1234-1234-1234-123412341234}" type="slidenum">
              <a:rPr lang="en"/>
              <a:t>‹#›</a:t>
            </a:fld>
            <a:endParaRPr/>
          </a:p>
        </p:txBody>
      </p:sp>
      <p:sp>
        <p:nvSpPr>
          <p:cNvPr id="199" name="Google Shape;199;p27"/>
          <p:cNvSpPr txBox="1"/>
          <p:nvPr>
            <p:ph type="title"/>
          </p:nvPr>
        </p:nvSpPr>
        <p:spPr>
          <a:xfrm>
            <a:off x="229450" y="164350"/>
            <a:ext cx="8686800" cy="8745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6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00" name="Google Shape;200;p27"/>
          <p:cNvSpPr txBox="1"/>
          <p:nvPr>
            <p:ph idx="1" type="body"/>
          </p:nvPr>
        </p:nvSpPr>
        <p:spPr>
          <a:xfrm>
            <a:off x="229450" y="3455951"/>
            <a:ext cx="2834100" cy="1054200"/>
          </a:xfrm>
          <a:prstGeom prst="rect">
            <a:avLst/>
          </a:prstGeom>
          <a:noFill/>
          <a:ln>
            <a:noFill/>
          </a:ln>
        </p:spPr>
        <p:txBody>
          <a:bodyPr anchorCtr="0" anchor="t" bIns="91425" lIns="91425" spcFirstLastPara="1" rIns="91425" wrap="square" tIns="91425">
            <a:noAutofit/>
          </a:bodyPr>
          <a:lstStyle>
            <a:lvl1pPr indent="-285750" lvl="0" marL="457200" algn="l">
              <a:lnSpc>
                <a:spcPct val="100000"/>
              </a:lnSpc>
              <a:spcBef>
                <a:spcPts val="0"/>
              </a:spcBef>
              <a:spcAft>
                <a:spcPts val="0"/>
              </a:spcAft>
              <a:buSzPts val="900"/>
              <a:buChar char="●"/>
              <a:defRPr/>
            </a:lvl1pPr>
            <a:lvl2pPr indent="-285750" lvl="1" marL="914400" algn="l">
              <a:lnSpc>
                <a:spcPct val="100000"/>
              </a:lnSpc>
              <a:spcBef>
                <a:spcPts val="0"/>
              </a:spcBef>
              <a:spcAft>
                <a:spcPts val="0"/>
              </a:spcAft>
              <a:buSzPts val="900"/>
              <a:buChar char="○"/>
              <a:defRPr/>
            </a:lvl2pPr>
            <a:lvl3pPr indent="-285750" lvl="2" marL="1371600" algn="l">
              <a:lnSpc>
                <a:spcPct val="100000"/>
              </a:lnSpc>
              <a:spcBef>
                <a:spcPts val="0"/>
              </a:spcBef>
              <a:spcAft>
                <a:spcPts val="0"/>
              </a:spcAft>
              <a:buSzPts val="900"/>
              <a:buChar char="■"/>
              <a:defRPr/>
            </a:lvl3pPr>
            <a:lvl4pPr indent="-285750" lvl="3" marL="1828800" algn="l">
              <a:lnSpc>
                <a:spcPct val="100000"/>
              </a:lnSpc>
              <a:spcBef>
                <a:spcPts val="0"/>
              </a:spcBef>
              <a:spcAft>
                <a:spcPts val="0"/>
              </a:spcAft>
              <a:buSzPts val="900"/>
              <a:buChar char="●"/>
              <a:defRPr/>
            </a:lvl4pPr>
            <a:lvl5pPr indent="-285750" lvl="4" marL="2286000" algn="l">
              <a:lnSpc>
                <a:spcPct val="100000"/>
              </a:lnSpc>
              <a:spcBef>
                <a:spcPts val="0"/>
              </a:spcBef>
              <a:spcAft>
                <a:spcPts val="0"/>
              </a:spcAft>
              <a:buSzPts val="900"/>
              <a:buChar char="○"/>
              <a:defRPr/>
            </a:lvl5pPr>
            <a:lvl6pPr indent="-285750" lvl="5" marL="2743200" algn="l">
              <a:lnSpc>
                <a:spcPct val="100000"/>
              </a:lnSpc>
              <a:spcBef>
                <a:spcPts val="0"/>
              </a:spcBef>
              <a:spcAft>
                <a:spcPts val="0"/>
              </a:spcAft>
              <a:buSzPts val="900"/>
              <a:buChar char="■"/>
              <a:defRPr/>
            </a:lvl6pPr>
            <a:lvl7pPr indent="-285750" lvl="6" marL="3200400" algn="l">
              <a:lnSpc>
                <a:spcPct val="100000"/>
              </a:lnSpc>
              <a:spcBef>
                <a:spcPts val="0"/>
              </a:spcBef>
              <a:spcAft>
                <a:spcPts val="0"/>
              </a:spcAft>
              <a:buSzPts val="900"/>
              <a:buChar char="●"/>
              <a:defRPr/>
            </a:lvl7pPr>
            <a:lvl8pPr indent="-285750" lvl="7" marL="3657600" algn="l">
              <a:lnSpc>
                <a:spcPct val="100000"/>
              </a:lnSpc>
              <a:spcBef>
                <a:spcPts val="0"/>
              </a:spcBef>
              <a:spcAft>
                <a:spcPts val="0"/>
              </a:spcAft>
              <a:buSzPts val="900"/>
              <a:buChar char="○"/>
              <a:defRPr/>
            </a:lvl8pPr>
            <a:lvl9pPr indent="-285750" lvl="8" marL="4114800" algn="l">
              <a:lnSpc>
                <a:spcPct val="100000"/>
              </a:lnSpc>
              <a:spcBef>
                <a:spcPts val="0"/>
              </a:spcBef>
              <a:spcAft>
                <a:spcPts val="0"/>
              </a:spcAft>
              <a:buSzPts val="900"/>
              <a:buChar char="■"/>
              <a:defRPr/>
            </a:lvl9pPr>
          </a:lstStyle>
          <a:p/>
        </p:txBody>
      </p:sp>
      <p:sp>
        <p:nvSpPr>
          <p:cNvPr id="201" name="Google Shape;201;p27"/>
          <p:cNvSpPr txBox="1"/>
          <p:nvPr>
            <p:ph idx="2" type="subTitle"/>
          </p:nvPr>
        </p:nvSpPr>
        <p:spPr>
          <a:xfrm>
            <a:off x="229450" y="3127850"/>
            <a:ext cx="2834100" cy="3243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900"/>
              <a:buNone/>
              <a:defRPr b="1" sz="900"/>
            </a:lvl1pPr>
            <a:lvl2pPr lvl="1" algn="l">
              <a:lnSpc>
                <a:spcPct val="100000"/>
              </a:lnSpc>
              <a:spcBef>
                <a:spcPts val="0"/>
              </a:spcBef>
              <a:spcAft>
                <a:spcPts val="0"/>
              </a:spcAft>
              <a:buSzPts val="900"/>
              <a:buNone/>
              <a:defRPr b="1" sz="900"/>
            </a:lvl2pPr>
            <a:lvl3pPr lvl="2" algn="l">
              <a:lnSpc>
                <a:spcPct val="100000"/>
              </a:lnSpc>
              <a:spcBef>
                <a:spcPts val="0"/>
              </a:spcBef>
              <a:spcAft>
                <a:spcPts val="0"/>
              </a:spcAft>
              <a:buSzPts val="900"/>
              <a:buNone/>
              <a:defRPr b="1" sz="900"/>
            </a:lvl3pPr>
            <a:lvl4pPr lvl="3" algn="l">
              <a:lnSpc>
                <a:spcPct val="100000"/>
              </a:lnSpc>
              <a:spcBef>
                <a:spcPts val="0"/>
              </a:spcBef>
              <a:spcAft>
                <a:spcPts val="0"/>
              </a:spcAft>
              <a:buSzPts val="900"/>
              <a:buNone/>
              <a:defRPr b="1" sz="900"/>
            </a:lvl4pPr>
            <a:lvl5pPr lvl="4" algn="l">
              <a:lnSpc>
                <a:spcPct val="100000"/>
              </a:lnSpc>
              <a:spcBef>
                <a:spcPts val="0"/>
              </a:spcBef>
              <a:spcAft>
                <a:spcPts val="0"/>
              </a:spcAft>
              <a:buSzPts val="900"/>
              <a:buNone/>
              <a:defRPr b="1" sz="900"/>
            </a:lvl5pPr>
            <a:lvl6pPr lvl="5" algn="l">
              <a:lnSpc>
                <a:spcPct val="100000"/>
              </a:lnSpc>
              <a:spcBef>
                <a:spcPts val="0"/>
              </a:spcBef>
              <a:spcAft>
                <a:spcPts val="0"/>
              </a:spcAft>
              <a:buSzPts val="900"/>
              <a:buNone/>
              <a:defRPr b="1" sz="900"/>
            </a:lvl6pPr>
            <a:lvl7pPr lvl="6" algn="l">
              <a:lnSpc>
                <a:spcPct val="100000"/>
              </a:lnSpc>
              <a:spcBef>
                <a:spcPts val="0"/>
              </a:spcBef>
              <a:spcAft>
                <a:spcPts val="0"/>
              </a:spcAft>
              <a:buSzPts val="900"/>
              <a:buNone/>
              <a:defRPr b="1" sz="900"/>
            </a:lvl7pPr>
            <a:lvl8pPr lvl="7" algn="l">
              <a:lnSpc>
                <a:spcPct val="100000"/>
              </a:lnSpc>
              <a:spcBef>
                <a:spcPts val="0"/>
              </a:spcBef>
              <a:spcAft>
                <a:spcPts val="0"/>
              </a:spcAft>
              <a:buSzPts val="900"/>
              <a:buNone/>
              <a:defRPr b="1" sz="900"/>
            </a:lvl8pPr>
            <a:lvl9pPr lvl="8" algn="l">
              <a:lnSpc>
                <a:spcPct val="100000"/>
              </a:lnSpc>
              <a:spcBef>
                <a:spcPts val="0"/>
              </a:spcBef>
              <a:spcAft>
                <a:spcPts val="0"/>
              </a:spcAft>
              <a:buSzPts val="900"/>
              <a:buNone/>
              <a:defRPr b="1" sz="900"/>
            </a:lvl9pPr>
          </a:lstStyle>
          <a:p/>
        </p:txBody>
      </p:sp>
      <p:sp>
        <p:nvSpPr>
          <p:cNvPr id="202" name="Google Shape;202;p27"/>
          <p:cNvSpPr txBox="1"/>
          <p:nvPr>
            <p:ph idx="3" type="body"/>
          </p:nvPr>
        </p:nvSpPr>
        <p:spPr>
          <a:xfrm>
            <a:off x="3155800" y="3455951"/>
            <a:ext cx="2834100" cy="1054200"/>
          </a:xfrm>
          <a:prstGeom prst="rect">
            <a:avLst/>
          </a:prstGeom>
          <a:noFill/>
          <a:ln>
            <a:noFill/>
          </a:ln>
        </p:spPr>
        <p:txBody>
          <a:bodyPr anchorCtr="0" anchor="t" bIns="91425" lIns="91425" spcFirstLastPara="1" rIns="91425" wrap="square" tIns="91425">
            <a:noAutofit/>
          </a:bodyPr>
          <a:lstStyle>
            <a:lvl1pPr indent="-285750" lvl="0" marL="457200" algn="l">
              <a:lnSpc>
                <a:spcPct val="100000"/>
              </a:lnSpc>
              <a:spcBef>
                <a:spcPts val="0"/>
              </a:spcBef>
              <a:spcAft>
                <a:spcPts val="0"/>
              </a:spcAft>
              <a:buSzPts val="900"/>
              <a:buChar char="●"/>
              <a:defRPr/>
            </a:lvl1pPr>
            <a:lvl2pPr indent="-285750" lvl="1" marL="914400" algn="l">
              <a:lnSpc>
                <a:spcPct val="100000"/>
              </a:lnSpc>
              <a:spcBef>
                <a:spcPts val="0"/>
              </a:spcBef>
              <a:spcAft>
                <a:spcPts val="0"/>
              </a:spcAft>
              <a:buSzPts val="900"/>
              <a:buChar char="○"/>
              <a:defRPr/>
            </a:lvl2pPr>
            <a:lvl3pPr indent="-285750" lvl="2" marL="1371600" algn="l">
              <a:lnSpc>
                <a:spcPct val="100000"/>
              </a:lnSpc>
              <a:spcBef>
                <a:spcPts val="0"/>
              </a:spcBef>
              <a:spcAft>
                <a:spcPts val="0"/>
              </a:spcAft>
              <a:buSzPts val="900"/>
              <a:buChar char="■"/>
              <a:defRPr/>
            </a:lvl3pPr>
            <a:lvl4pPr indent="-285750" lvl="3" marL="1828800" algn="l">
              <a:lnSpc>
                <a:spcPct val="100000"/>
              </a:lnSpc>
              <a:spcBef>
                <a:spcPts val="0"/>
              </a:spcBef>
              <a:spcAft>
                <a:spcPts val="0"/>
              </a:spcAft>
              <a:buSzPts val="900"/>
              <a:buChar char="●"/>
              <a:defRPr/>
            </a:lvl4pPr>
            <a:lvl5pPr indent="-285750" lvl="4" marL="2286000" algn="l">
              <a:lnSpc>
                <a:spcPct val="100000"/>
              </a:lnSpc>
              <a:spcBef>
                <a:spcPts val="0"/>
              </a:spcBef>
              <a:spcAft>
                <a:spcPts val="0"/>
              </a:spcAft>
              <a:buSzPts val="900"/>
              <a:buChar char="○"/>
              <a:defRPr/>
            </a:lvl5pPr>
            <a:lvl6pPr indent="-285750" lvl="5" marL="2743200" algn="l">
              <a:lnSpc>
                <a:spcPct val="100000"/>
              </a:lnSpc>
              <a:spcBef>
                <a:spcPts val="0"/>
              </a:spcBef>
              <a:spcAft>
                <a:spcPts val="0"/>
              </a:spcAft>
              <a:buSzPts val="900"/>
              <a:buChar char="■"/>
              <a:defRPr/>
            </a:lvl6pPr>
            <a:lvl7pPr indent="-285750" lvl="6" marL="3200400" algn="l">
              <a:lnSpc>
                <a:spcPct val="100000"/>
              </a:lnSpc>
              <a:spcBef>
                <a:spcPts val="0"/>
              </a:spcBef>
              <a:spcAft>
                <a:spcPts val="0"/>
              </a:spcAft>
              <a:buSzPts val="900"/>
              <a:buChar char="●"/>
              <a:defRPr/>
            </a:lvl7pPr>
            <a:lvl8pPr indent="-285750" lvl="7" marL="3657600" algn="l">
              <a:lnSpc>
                <a:spcPct val="100000"/>
              </a:lnSpc>
              <a:spcBef>
                <a:spcPts val="0"/>
              </a:spcBef>
              <a:spcAft>
                <a:spcPts val="0"/>
              </a:spcAft>
              <a:buSzPts val="900"/>
              <a:buChar char="○"/>
              <a:defRPr/>
            </a:lvl8pPr>
            <a:lvl9pPr indent="-285750" lvl="8" marL="4114800" algn="l">
              <a:lnSpc>
                <a:spcPct val="100000"/>
              </a:lnSpc>
              <a:spcBef>
                <a:spcPts val="0"/>
              </a:spcBef>
              <a:spcAft>
                <a:spcPts val="0"/>
              </a:spcAft>
              <a:buSzPts val="900"/>
              <a:buChar char="■"/>
              <a:defRPr/>
            </a:lvl9pPr>
          </a:lstStyle>
          <a:p/>
        </p:txBody>
      </p:sp>
      <p:sp>
        <p:nvSpPr>
          <p:cNvPr id="203" name="Google Shape;203;p27"/>
          <p:cNvSpPr txBox="1"/>
          <p:nvPr>
            <p:ph idx="4" type="subTitle"/>
          </p:nvPr>
        </p:nvSpPr>
        <p:spPr>
          <a:xfrm>
            <a:off x="3155800" y="3127850"/>
            <a:ext cx="2834100" cy="3243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900"/>
              <a:buNone/>
              <a:defRPr b="1" sz="900"/>
            </a:lvl1pPr>
            <a:lvl2pPr lvl="1" algn="l">
              <a:lnSpc>
                <a:spcPct val="100000"/>
              </a:lnSpc>
              <a:spcBef>
                <a:spcPts val="0"/>
              </a:spcBef>
              <a:spcAft>
                <a:spcPts val="0"/>
              </a:spcAft>
              <a:buSzPts val="900"/>
              <a:buNone/>
              <a:defRPr b="1" sz="900"/>
            </a:lvl2pPr>
            <a:lvl3pPr lvl="2" algn="l">
              <a:lnSpc>
                <a:spcPct val="100000"/>
              </a:lnSpc>
              <a:spcBef>
                <a:spcPts val="0"/>
              </a:spcBef>
              <a:spcAft>
                <a:spcPts val="0"/>
              </a:spcAft>
              <a:buSzPts val="900"/>
              <a:buNone/>
              <a:defRPr b="1" sz="900"/>
            </a:lvl3pPr>
            <a:lvl4pPr lvl="3" algn="l">
              <a:lnSpc>
                <a:spcPct val="100000"/>
              </a:lnSpc>
              <a:spcBef>
                <a:spcPts val="0"/>
              </a:spcBef>
              <a:spcAft>
                <a:spcPts val="0"/>
              </a:spcAft>
              <a:buSzPts val="900"/>
              <a:buNone/>
              <a:defRPr b="1" sz="900"/>
            </a:lvl4pPr>
            <a:lvl5pPr lvl="4" algn="l">
              <a:lnSpc>
                <a:spcPct val="100000"/>
              </a:lnSpc>
              <a:spcBef>
                <a:spcPts val="0"/>
              </a:spcBef>
              <a:spcAft>
                <a:spcPts val="0"/>
              </a:spcAft>
              <a:buSzPts val="900"/>
              <a:buNone/>
              <a:defRPr b="1" sz="900"/>
            </a:lvl5pPr>
            <a:lvl6pPr lvl="5" algn="l">
              <a:lnSpc>
                <a:spcPct val="100000"/>
              </a:lnSpc>
              <a:spcBef>
                <a:spcPts val="0"/>
              </a:spcBef>
              <a:spcAft>
                <a:spcPts val="0"/>
              </a:spcAft>
              <a:buSzPts val="900"/>
              <a:buNone/>
              <a:defRPr b="1" sz="900"/>
            </a:lvl6pPr>
            <a:lvl7pPr lvl="6" algn="l">
              <a:lnSpc>
                <a:spcPct val="100000"/>
              </a:lnSpc>
              <a:spcBef>
                <a:spcPts val="0"/>
              </a:spcBef>
              <a:spcAft>
                <a:spcPts val="0"/>
              </a:spcAft>
              <a:buSzPts val="900"/>
              <a:buNone/>
              <a:defRPr b="1" sz="900"/>
            </a:lvl7pPr>
            <a:lvl8pPr lvl="7" algn="l">
              <a:lnSpc>
                <a:spcPct val="100000"/>
              </a:lnSpc>
              <a:spcBef>
                <a:spcPts val="0"/>
              </a:spcBef>
              <a:spcAft>
                <a:spcPts val="0"/>
              </a:spcAft>
              <a:buSzPts val="900"/>
              <a:buNone/>
              <a:defRPr b="1" sz="900"/>
            </a:lvl8pPr>
            <a:lvl9pPr lvl="8" algn="l">
              <a:lnSpc>
                <a:spcPct val="100000"/>
              </a:lnSpc>
              <a:spcBef>
                <a:spcPts val="0"/>
              </a:spcBef>
              <a:spcAft>
                <a:spcPts val="0"/>
              </a:spcAft>
              <a:buSzPts val="900"/>
              <a:buNone/>
              <a:defRPr b="1" sz="900"/>
            </a:lvl9pPr>
          </a:lstStyle>
          <a:p/>
        </p:txBody>
      </p:sp>
      <p:sp>
        <p:nvSpPr>
          <p:cNvPr id="204" name="Google Shape;204;p27"/>
          <p:cNvSpPr txBox="1"/>
          <p:nvPr>
            <p:ph idx="5" type="body"/>
          </p:nvPr>
        </p:nvSpPr>
        <p:spPr>
          <a:xfrm>
            <a:off x="6082150" y="3455951"/>
            <a:ext cx="2834100" cy="1054200"/>
          </a:xfrm>
          <a:prstGeom prst="rect">
            <a:avLst/>
          </a:prstGeom>
          <a:noFill/>
          <a:ln>
            <a:noFill/>
          </a:ln>
        </p:spPr>
        <p:txBody>
          <a:bodyPr anchorCtr="0" anchor="t" bIns="91425" lIns="91425" spcFirstLastPara="1" rIns="91425" wrap="square" tIns="91425">
            <a:noAutofit/>
          </a:bodyPr>
          <a:lstStyle>
            <a:lvl1pPr indent="-285750" lvl="0" marL="457200" algn="l">
              <a:lnSpc>
                <a:spcPct val="100000"/>
              </a:lnSpc>
              <a:spcBef>
                <a:spcPts val="0"/>
              </a:spcBef>
              <a:spcAft>
                <a:spcPts val="0"/>
              </a:spcAft>
              <a:buSzPts val="900"/>
              <a:buChar char="●"/>
              <a:defRPr/>
            </a:lvl1pPr>
            <a:lvl2pPr indent="-285750" lvl="1" marL="914400" algn="l">
              <a:lnSpc>
                <a:spcPct val="100000"/>
              </a:lnSpc>
              <a:spcBef>
                <a:spcPts val="0"/>
              </a:spcBef>
              <a:spcAft>
                <a:spcPts val="0"/>
              </a:spcAft>
              <a:buSzPts val="900"/>
              <a:buChar char="○"/>
              <a:defRPr/>
            </a:lvl2pPr>
            <a:lvl3pPr indent="-285750" lvl="2" marL="1371600" algn="l">
              <a:lnSpc>
                <a:spcPct val="100000"/>
              </a:lnSpc>
              <a:spcBef>
                <a:spcPts val="0"/>
              </a:spcBef>
              <a:spcAft>
                <a:spcPts val="0"/>
              </a:spcAft>
              <a:buSzPts val="900"/>
              <a:buChar char="■"/>
              <a:defRPr/>
            </a:lvl3pPr>
            <a:lvl4pPr indent="-285750" lvl="3" marL="1828800" algn="l">
              <a:lnSpc>
                <a:spcPct val="100000"/>
              </a:lnSpc>
              <a:spcBef>
                <a:spcPts val="0"/>
              </a:spcBef>
              <a:spcAft>
                <a:spcPts val="0"/>
              </a:spcAft>
              <a:buSzPts val="900"/>
              <a:buChar char="●"/>
              <a:defRPr/>
            </a:lvl4pPr>
            <a:lvl5pPr indent="-285750" lvl="4" marL="2286000" algn="l">
              <a:lnSpc>
                <a:spcPct val="100000"/>
              </a:lnSpc>
              <a:spcBef>
                <a:spcPts val="0"/>
              </a:spcBef>
              <a:spcAft>
                <a:spcPts val="0"/>
              </a:spcAft>
              <a:buSzPts val="900"/>
              <a:buChar char="○"/>
              <a:defRPr/>
            </a:lvl5pPr>
            <a:lvl6pPr indent="-285750" lvl="5" marL="2743200" algn="l">
              <a:lnSpc>
                <a:spcPct val="100000"/>
              </a:lnSpc>
              <a:spcBef>
                <a:spcPts val="0"/>
              </a:spcBef>
              <a:spcAft>
                <a:spcPts val="0"/>
              </a:spcAft>
              <a:buSzPts val="900"/>
              <a:buChar char="■"/>
              <a:defRPr/>
            </a:lvl6pPr>
            <a:lvl7pPr indent="-285750" lvl="6" marL="3200400" algn="l">
              <a:lnSpc>
                <a:spcPct val="100000"/>
              </a:lnSpc>
              <a:spcBef>
                <a:spcPts val="0"/>
              </a:spcBef>
              <a:spcAft>
                <a:spcPts val="0"/>
              </a:spcAft>
              <a:buSzPts val="900"/>
              <a:buChar char="●"/>
              <a:defRPr/>
            </a:lvl7pPr>
            <a:lvl8pPr indent="-285750" lvl="7" marL="3657600" algn="l">
              <a:lnSpc>
                <a:spcPct val="100000"/>
              </a:lnSpc>
              <a:spcBef>
                <a:spcPts val="0"/>
              </a:spcBef>
              <a:spcAft>
                <a:spcPts val="0"/>
              </a:spcAft>
              <a:buSzPts val="900"/>
              <a:buChar char="○"/>
              <a:defRPr/>
            </a:lvl8pPr>
            <a:lvl9pPr indent="-285750" lvl="8" marL="4114800" algn="l">
              <a:lnSpc>
                <a:spcPct val="100000"/>
              </a:lnSpc>
              <a:spcBef>
                <a:spcPts val="0"/>
              </a:spcBef>
              <a:spcAft>
                <a:spcPts val="0"/>
              </a:spcAft>
              <a:buSzPts val="900"/>
              <a:buChar char="■"/>
              <a:defRPr/>
            </a:lvl9pPr>
          </a:lstStyle>
          <a:p/>
        </p:txBody>
      </p:sp>
      <p:sp>
        <p:nvSpPr>
          <p:cNvPr id="205" name="Google Shape;205;p27"/>
          <p:cNvSpPr txBox="1"/>
          <p:nvPr>
            <p:ph idx="6" type="subTitle"/>
          </p:nvPr>
        </p:nvSpPr>
        <p:spPr>
          <a:xfrm>
            <a:off x="6082150" y="3127850"/>
            <a:ext cx="2834100" cy="3243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900"/>
              <a:buNone/>
              <a:defRPr b="1" sz="900"/>
            </a:lvl1pPr>
            <a:lvl2pPr lvl="1" algn="l">
              <a:lnSpc>
                <a:spcPct val="100000"/>
              </a:lnSpc>
              <a:spcBef>
                <a:spcPts val="0"/>
              </a:spcBef>
              <a:spcAft>
                <a:spcPts val="0"/>
              </a:spcAft>
              <a:buSzPts val="900"/>
              <a:buNone/>
              <a:defRPr b="1" sz="900"/>
            </a:lvl2pPr>
            <a:lvl3pPr lvl="2" algn="l">
              <a:lnSpc>
                <a:spcPct val="100000"/>
              </a:lnSpc>
              <a:spcBef>
                <a:spcPts val="0"/>
              </a:spcBef>
              <a:spcAft>
                <a:spcPts val="0"/>
              </a:spcAft>
              <a:buSzPts val="900"/>
              <a:buNone/>
              <a:defRPr b="1" sz="900"/>
            </a:lvl3pPr>
            <a:lvl4pPr lvl="3" algn="l">
              <a:lnSpc>
                <a:spcPct val="100000"/>
              </a:lnSpc>
              <a:spcBef>
                <a:spcPts val="0"/>
              </a:spcBef>
              <a:spcAft>
                <a:spcPts val="0"/>
              </a:spcAft>
              <a:buSzPts val="900"/>
              <a:buNone/>
              <a:defRPr b="1" sz="900"/>
            </a:lvl4pPr>
            <a:lvl5pPr lvl="4" algn="l">
              <a:lnSpc>
                <a:spcPct val="100000"/>
              </a:lnSpc>
              <a:spcBef>
                <a:spcPts val="0"/>
              </a:spcBef>
              <a:spcAft>
                <a:spcPts val="0"/>
              </a:spcAft>
              <a:buSzPts val="900"/>
              <a:buNone/>
              <a:defRPr b="1" sz="900"/>
            </a:lvl5pPr>
            <a:lvl6pPr lvl="5" algn="l">
              <a:lnSpc>
                <a:spcPct val="100000"/>
              </a:lnSpc>
              <a:spcBef>
                <a:spcPts val="0"/>
              </a:spcBef>
              <a:spcAft>
                <a:spcPts val="0"/>
              </a:spcAft>
              <a:buSzPts val="900"/>
              <a:buNone/>
              <a:defRPr b="1" sz="900"/>
            </a:lvl6pPr>
            <a:lvl7pPr lvl="6" algn="l">
              <a:lnSpc>
                <a:spcPct val="100000"/>
              </a:lnSpc>
              <a:spcBef>
                <a:spcPts val="0"/>
              </a:spcBef>
              <a:spcAft>
                <a:spcPts val="0"/>
              </a:spcAft>
              <a:buSzPts val="900"/>
              <a:buNone/>
              <a:defRPr b="1" sz="900"/>
            </a:lvl7pPr>
            <a:lvl8pPr lvl="7" algn="l">
              <a:lnSpc>
                <a:spcPct val="100000"/>
              </a:lnSpc>
              <a:spcBef>
                <a:spcPts val="0"/>
              </a:spcBef>
              <a:spcAft>
                <a:spcPts val="0"/>
              </a:spcAft>
              <a:buSzPts val="900"/>
              <a:buNone/>
              <a:defRPr b="1" sz="900"/>
            </a:lvl8pPr>
            <a:lvl9pPr lvl="8" algn="l">
              <a:lnSpc>
                <a:spcPct val="100000"/>
              </a:lnSpc>
              <a:spcBef>
                <a:spcPts val="0"/>
              </a:spcBef>
              <a:spcAft>
                <a:spcPts val="0"/>
              </a:spcAft>
              <a:buSzPts val="900"/>
              <a:buNone/>
              <a:defRPr b="1" sz="900"/>
            </a:lvl9pPr>
          </a:lstStyle>
          <a:p/>
        </p:txBody>
      </p:sp>
      <p:cxnSp>
        <p:nvCxnSpPr>
          <p:cNvPr id="206" name="Google Shape;206;p27"/>
          <p:cNvCxnSpPr/>
          <p:nvPr/>
        </p:nvCxnSpPr>
        <p:spPr>
          <a:xfrm flipH="1" rot="10800000">
            <a:off x="225750" y="4678950"/>
            <a:ext cx="8692500" cy="5700"/>
          </a:xfrm>
          <a:prstGeom prst="straightConnector1">
            <a:avLst/>
          </a:prstGeom>
          <a:noFill/>
          <a:ln cap="flat" cmpd="sng" w="9525">
            <a:solidFill>
              <a:schemeClr val="dk1"/>
            </a:solidFill>
            <a:prstDash val="solid"/>
            <a:round/>
            <a:headEnd len="sm" w="sm" type="none"/>
            <a:tailEnd len="sm" w="sm" type="none"/>
          </a:ln>
        </p:spPr>
      </p:cxn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TITLE_AND_TWO_COLUMNS_1_2">
    <p:spTree>
      <p:nvGrpSpPr>
        <p:cNvPr id="207" name="Shape 207"/>
        <p:cNvGrpSpPr/>
        <p:nvPr/>
      </p:nvGrpSpPr>
      <p:grpSpPr>
        <a:xfrm>
          <a:off x="0" y="0"/>
          <a:ext cx="0" cy="0"/>
          <a:chOff x="0" y="0"/>
          <a:chExt cx="0" cy="0"/>
        </a:xfrm>
      </p:grpSpPr>
      <p:sp>
        <p:nvSpPr>
          <p:cNvPr id="208" name="Google Shape;208;p28"/>
          <p:cNvSpPr txBox="1"/>
          <p:nvPr>
            <p:ph idx="12" type="sldNum"/>
          </p:nvPr>
        </p:nvSpPr>
        <p:spPr>
          <a:xfrm>
            <a:off x="7426775" y="4679000"/>
            <a:ext cx="1502400" cy="3243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9pPr>
          </a:lstStyle>
          <a:p>
            <a:pPr indent="0" lvl="0" marL="0" rtl="0" algn="r">
              <a:spcBef>
                <a:spcPts val="0"/>
              </a:spcBef>
              <a:spcAft>
                <a:spcPts val="0"/>
              </a:spcAft>
              <a:buNone/>
            </a:pPr>
            <a:fld id="{00000000-1234-1234-1234-123412341234}" type="slidenum">
              <a:rPr lang="en"/>
              <a:t>‹#›</a:t>
            </a:fld>
            <a:endParaRPr/>
          </a:p>
        </p:txBody>
      </p:sp>
      <p:sp>
        <p:nvSpPr>
          <p:cNvPr id="209" name="Google Shape;209;p28"/>
          <p:cNvSpPr txBox="1"/>
          <p:nvPr>
            <p:ph type="title"/>
          </p:nvPr>
        </p:nvSpPr>
        <p:spPr>
          <a:xfrm>
            <a:off x="229450" y="164350"/>
            <a:ext cx="8686800" cy="8745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6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cxnSp>
        <p:nvCxnSpPr>
          <p:cNvPr id="210" name="Google Shape;210;p28"/>
          <p:cNvCxnSpPr/>
          <p:nvPr/>
        </p:nvCxnSpPr>
        <p:spPr>
          <a:xfrm flipH="1" rot="10800000">
            <a:off x="225750" y="4678950"/>
            <a:ext cx="8692500" cy="5700"/>
          </a:xfrm>
          <a:prstGeom prst="straightConnector1">
            <a:avLst/>
          </a:prstGeom>
          <a:noFill/>
          <a:ln cap="flat" cmpd="sng" w="9525">
            <a:solidFill>
              <a:schemeClr val="dk1"/>
            </a:solidFill>
            <a:prstDash val="solid"/>
            <a:round/>
            <a:headEnd len="sm" w="sm" type="none"/>
            <a:tailEnd len="sm" w="sm" type="none"/>
          </a:ln>
        </p:spPr>
      </p:cxnSp>
      <p:sp>
        <p:nvSpPr>
          <p:cNvPr id="211" name="Google Shape;211;p28"/>
          <p:cNvSpPr txBox="1"/>
          <p:nvPr>
            <p:ph idx="1" type="body"/>
          </p:nvPr>
        </p:nvSpPr>
        <p:spPr>
          <a:xfrm>
            <a:off x="2400300" y="2448075"/>
            <a:ext cx="1889400" cy="2021100"/>
          </a:xfrm>
          <a:prstGeom prst="rect">
            <a:avLst/>
          </a:prstGeom>
          <a:noFill/>
          <a:ln>
            <a:noFill/>
          </a:ln>
        </p:spPr>
        <p:txBody>
          <a:bodyPr anchorCtr="0" anchor="t" bIns="91425" lIns="91425" spcFirstLastPara="1" rIns="91425" wrap="square" tIns="91425">
            <a:noAutofit/>
          </a:bodyPr>
          <a:lstStyle>
            <a:lvl1pPr indent="-285750" lvl="0" marL="457200" algn="l">
              <a:lnSpc>
                <a:spcPct val="100000"/>
              </a:lnSpc>
              <a:spcBef>
                <a:spcPts val="0"/>
              </a:spcBef>
              <a:spcAft>
                <a:spcPts val="0"/>
              </a:spcAft>
              <a:buSzPts val="900"/>
              <a:buChar char="●"/>
              <a:defRPr/>
            </a:lvl1pPr>
            <a:lvl2pPr indent="-285750" lvl="1" marL="914400" algn="l">
              <a:lnSpc>
                <a:spcPct val="100000"/>
              </a:lnSpc>
              <a:spcBef>
                <a:spcPts val="0"/>
              </a:spcBef>
              <a:spcAft>
                <a:spcPts val="0"/>
              </a:spcAft>
              <a:buSzPts val="900"/>
              <a:buChar char="○"/>
              <a:defRPr/>
            </a:lvl2pPr>
            <a:lvl3pPr indent="-285750" lvl="2" marL="1371600" algn="l">
              <a:lnSpc>
                <a:spcPct val="100000"/>
              </a:lnSpc>
              <a:spcBef>
                <a:spcPts val="0"/>
              </a:spcBef>
              <a:spcAft>
                <a:spcPts val="0"/>
              </a:spcAft>
              <a:buSzPts val="900"/>
              <a:buChar char="■"/>
              <a:defRPr/>
            </a:lvl3pPr>
            <a:lvl4pPr indent="-285750" lvl="3" marL="1828800" algn="l">
              <a:lnSpc>
                <a:spcPct val="100000"/>
              </a:lnSpc>
              <a:spcBef>
                <a:spcPts val="0"/>
              </a:spcBef>
              <a:spcAft>
                <a:spcPts val="0"/>
              </a:spcAft>
              <a:buSzPts val="900"/>
              <a:buChar char="●"/>
              <a:defRPr/>
            </a:lvl4pPr>
            <a:lvl5pPr indent="-285750" lvl="4" marL="2286000" algn="l">
              <a:lnSpc>
                <a:spcPct val="100000"/>
              </a:lnSpc>
              <a:spcBef>
                <a:spcPts val="0"/>
              </a:spcBef>
              <a:spcAft>
                <a:spcPts val="0"/>
              </a:spcAft>
              <a:buSzPts val="900"/>
              <a:buChar char="○"/>
              <a:defRPr/>
            </a:lvl5pPr>
            <a:lvl6pPr indent="-285750" lvl="5" marL="2743200" algn="l">
              <a:lnSpc>
                <a:spcPct val="100000"/>
              </a:lnSpc>
              <a:spcBef>
                <a:spcPts val="0"/>
              </a:spcBef>
              <a:spcAft>
                <a:spcPts val="0"/>
              </a:spcAft>
              <a:buSzPts val="900"/>
              <a:buChar char="■"/>
              <a:defRPr/>
            </a:lvl6pPr>
            <a:lvl7pPr indent="-285750" lvl="6" marL="3200400" algn="l">
              <a:lnSpc>
                <a:spcPct val="100000"/>
              </a:lnSpc>
              <a:spcBef>
                <a:spcPts val="0"/>
              </a:spcBef>
              <a:spcAft>
                <a:spcPts val="0"/>
              </a:spcAft>
              <a:buSzPts val="900"/>
              <a:buChar char="●"/>
              <a:defRPr/>
            </a:lvl7pPr>
            <a:lvl8pPr indent="-285750" lvl="7" marL="3657600" algn="l">
              <a:lnSpc>
                <a:spcPct val="100000"/>
              </a:lnSpc>
              <a:spcBef>
                <a:spcPts val="0"/>
              </a:spcBef>
              <a:spcAft>
                <a:spcPts val="0"/>
              </a:spcAft>
              <a:buSzPts val="900"/>
              <a:buChar char="○"/>
              <a:defRPr/>
            </a:lvl8pPr>
            <a:lvl9pPr indent="-285750" lvl="8" marL="4114800" algn="l">
              <a:lnSpc>
                <a:spcPct val="100000"/>
              </a:lnSpc>
              <a:spcBef>
                <a:spcPts val="0"/>
              </a:spcBef>
              <a:spcAft>
                <a:spcPts val="0"/>
              </a:spcAft>
              <a:buSzPts val="900"/>
              <a:buChar char="■"/>
              <a:defRPr/>
            </a:lvl9pPr>
          </a:lstStyle>
          <a:p/>
        </p:txBody>
      </p:sp>
      <p:sp>
        <p:nvSpPr>
          <p:cNvPr id="212" name="Google Shape;212;p28"/>
          <p:cNvSpPr txBox="1"/>
          <p:nvPr>
            <p:ph idx="2" type="body"/>
          </p:nvPr>
        </p:nvSpPr>
        <p:spPr>
          <a:xfrm>
            <a:off x="228600" y="2448075"/>
            <a:ext cx="1889400" cy="2021100"/>
          </a:xfrm>
          <a:prstGeom prst="rect">
            <a:avLst/>
          </a:prstGeom>
          <a:noFill/>
          <a:ln>
            <a:noFill/>
          </a:ln>
        </p:spPr>
        <p:txBody>
          <a:bodyPr anchorCtr="0" anchor="t" bIns="91425" lIns="91425" spcFirstLastPara="1" rIns="91425" wrap="square" tIns="91425">
            <a:noAutofit/>
          </a:bodyPr>
          <a:lstStyle>
            <a:lvl1pPr indent="-285750" lvl="0" marL="457200" algn="l">
              <a:lnSpc>
                <a:spcPct val="100000"/>
              </a:lnSpc>
              <a:spcBef>
                <a:spcPts val="0"/>
              </a:spcBef>
              <a:spcAft>
                <a:spcPts val="0"/>
              </a:spcAft>
              <a:buSzPts val="900"/>
              <a:buChar char="●"/>
              <a:defRPr/>
            </a:lvl1pPr>
            <a:lvl2pPr indent="-285750" lvl="1" marL="914400" algn="l">
              <a:lnSpc>
                <a:spcPct val="100000"/>
              </a:lnSpc>
              <a:spcBef>
                <a:spcPts val="0"/>
              </a:spcBef>
              <a:spcAft>
                <a:spcPts val="0"/>
              </a:spcAft>
              <a:buSzPts val="900"/>
              <a:buChar char="○"/>
              <a:defRPr/>
            </a:lvl2pPr>
            <a:lvl3pPr indent="-285750" lvl="2" marL="1371600" algn="l">
              <a:lnSpc>
                <a:spcPct val="100000"/>
              </a:lnSpc>
              <a:spcBef>
                <a:spcPts val="0"/>
              </a:spcBef>
              <a:spcAft>
                <a:spcPts val="0"/>
              </a:spcAft>
              <a:buSzPts val="900"/>
              <a:buChar char="■"/>
              <a:defRPr/>
            </a:lvl3pPr>
            <a:lvl4pPr indent="-285750" lvl="3" marL="1828800" algn="l">
              <a:lnSpc>
                <a:spcPct val="100000"/>
              </a:lnSpc>
              <a:spcBef>
                <a:spcPts val="0"/>
              </a:spcBef>
              <a:spcAft>
                <a:spcPts val="0"/>
              </a:spcAft>
              <a:buSzPts val="900"/>
              <a:buChar char="●"/>
              <a:defRPr/>
            </a:lvl4pPr>
            <a:lvl5pPr indent="-285750" lvl="4" marL="2286000" algn="l">
              <a:lnSpc>
                <a:spcPct val="100000"/>
              </a:lnSpc>
              <a:spcBef>
                <a:spcPts val="0"/>
              </a:spcBef>
              <a:spcAft>
                <a:spcPts val="0"/>
              </a:spcAft>
              <a:buSzPts val="900"/>
              <a:buChar char="○"/>
              <a:defRPr/>
            </a:lvl5pPr>
            <a:lvl6pPr indent="-285750" lvl="5" marL="2743200" algn="l">
              <a:lnSpc>
                <a:spcPct val="100000"/>
              </a:lnSpc>
              <a:spcBef>
                <a:spcPts val="0"/>
              </a:spcBef>
              <a:spcAft>
                <a:spcPts val="0"/>
              </a:spcAft>
              <a:buSzPts val="900"/>
              <a:buChar char="■"/>
              <a:defRPr/>
            </a:lvl6pPr>
            <a:lvl7pPr indent="-285750" lvl="6" marL="3200400" algn="l">
              <a:lnSpc>
                <a:spcPct val="100000"/>
              </a:lnSpc>
              <a:spcBef>
                <a:spcPts val="0"/>
              </a:spcBef>
              <a:spcAft>
                <a:spcPts val="0"/>
              </a:spcAft>
              <a:buSzPts val="900"/>
              <a:buChar char="●"/>
              <a:defRPr/>
            </a:lvl7pPr>
            <a:lvl8pPr indent="-285750" lvl="7" marL="3657600" algn="l">
              <a:lnSpc>
                <a:spcPct val="100000"/>
              </a:lnSpc>
              <a:spcBef>
                <a:spcPts val="0"/>
              </a:spcBef>
              <a:spcAft>
                <a:spcPts val="0"/>
              </a:spcAft>
              <a:buSzPts val="900"/>
              <a:buChar char="○"/>
              <a:defRPr/>
            </a:lvl8pPr>
            <a:lvl9pPr indent="-285750" lvl="8" marL="4114800" algn="l">
              <a:lnSpc>
                <a:spcPct val="100000"/>
              </a:lnSpc>
              <a:spcBef>
                <a:spcPts val="0"/>
              </a:spcBef>
              <a:spcAft>
                <a:spcPts val="0"/>
              </a:spcAft>
              <a:buSzPts val="900"/>
              <a:buChar char="■"/>
              <a:defRPr/>
            </a:lvl9pPr>
          </a:lstStyle>
          <a:p/>
        </p:txBody>
      </p:sp>
      <p:sp>
        <p:nvSpPr>
          <p:cNvPr id="213" name="Google Shape;213;p28"/>
          <p:cNvSpPr txBox="1"/>
          <p:nvPr>
            <p:ph idx="3" type="body"/>
          </p:nvPr>
        </p:nvSpPr>
        <p:spPr>
          <a:xfrm>
            <a:off x="4572000" y="2448075"/>
            <a:ext cx="1889400" cy="2021100"/>
          </a:xfrm>
          <a:prstGeom prst="rect">
            <a:avLst/>
          </a:prstGeom>
          <a:noFill/>
          <a:ln>
            <a:noFill/>
          </a:ln>
        </p:spPr>
        <p:txBody>
          <a:bodyPr anchorCtr="0" anchor="t" bIns="91425" lIns="91425" spcFirstLastPara="1" rIns="91425" wrap="square" tIns="91425">
            <a:noAutofit/>
          </a:bodyPr>
          <a:lstStyle>
            <a:lvl1pPr indent="-285750" lvl="0" marL="457200" algn="l">
              <a:lnSpc>
                <a:spcPct val="100000"/>
              </a:lnSpc>
              <a:spcBef>
                <a:spcPts val="0"/>
              </a:spcBef>
              <a:spcAft>
                <a:spcPts val="0"/>
              </a:spcAft>
              <a:buSzPts val="900"/>
              <a:buChar char="●"/>
              <a:defRPr/>
            </a:lvl1pPr>
            <a:lvl2pPr indent="-285750" lvl="1" marL="914400" algn="l">
              <a:lnSpc>
                <a:spcPct val="100000"/>
              </a:lnSpc>
              <a:spcBef>
                <a:spcPts val="0"/>
              </a:spcBef>
              <a:spcAft>
                <a:spcPts val="0"/>
              </a:spcAft>
              <a:buSzPts val="900"/>
              <a:buChar char="○"/>
              <a:defRPr/>
            </a:lvl2pPr>
            <a:lvl3pPr indent="-285750" lvl="2" marL="1371600" algn="l">
              <a:lnSpc>
                <a:spcPct val="100000"/>
              </a:lnSpc>
              <a:spcBef>
                <a:spcPts val="0"/>
              </a:spcBef>
              <a:spcAft>
                <a:spcPts val="0"/>
              </a:spcAft>
              <a:buSzPts val="900"/>
              <a:buChar char="■"/>
              <a:defRPr/>
            </a:lvl3pPr>
            <a:lvl4pPr indent="-285750" lvl="3" marL="1828800" algn="l">
              <a:lnSpc>
                <a:spcPct val="100000"/>
              </a:lnSpc>
              <a:spcBef>
                <a:spcPts val="0"/>
              </a:spcBef>
              <a:spcAft>
                <a:spcPts val="0"/>
              </a:spcAft>
              <a:buSzPts val="900"/>
              <a:buChar char="●"/>
              <a:defRPr/>
            </a:lvl4pPr>
            <a:lvl5pPr indent="-285750" lvl="4" marL="2286000" algn="l">
              <a:lnSpc>
                <a:spcPct val="100000"/>
              </a:lnSpc>
              <a:spcBef>
                <a:spcPts val="0"/>
              </a:spcBef>
              <a:spcAft>
                <a:spcPts val="0"/>
              </a:spcAft>
              <a:buSzPts val="900"/>
              <a:buChar char="○"/>
              <a:defRPr/>
            </a:lvl5pPr>
            <a:lvl6pPr indent="-285750" lvl="5" marL="2743200" algn="l">
              <a:lnSpc>
                <a:spcPct val="100000"/>
              </a:lnSpc>
              <a:spcBef>
                <a:spcPts val="0"/>
              </a:spcBef>
              <a:spcAft>
                <a:spcPts val="0"/>
              </a:spcAft>
              <a:buSzPts val="900"/>
              <a:buChar char="■"/>
              <a:defRPr/>
            </a:lvl6pPr>
            <a:lvl7pPr indent="-285750" lvl="6" marL="3200400" algn="l">
              <a:lnSpc>
                <a:spcPct val="100000"/>
              </a:lnSpc>
              <a:spcBef>
                <a:spcPts val="0"/>
              </a:spcBef>
              <a:spcAft>
                <a:spcPts val="0"/>
              </a:spcAft>
              <a:buSzPts val="900"/>
              <a:buChar char="●"/>
              <a:defRPr/>
            </a:lvl7pPr>
            <a:lvl8pPr indent="-285750" lvl="7" marL="3657600" algn="l">
              <a:lnSpc>
                <a:spcPct val="100000"/>
              </a:lnSpc>
              <a:spcBef>
                <a:spcPts val="0"/>
              </a:spcBef>
              <a:spcAft>
                <a:spcPts val="0"/>
              </a:spcAft>
              <a:buSzPts val="900"/>
              <a:buChar char="○"/>
              <a:defRPr/>
            </a:lvl8pPr>
            <a:lvl9pPr indent="-285750" lvl="8" marL="4114800" algn="l">
              <a:lnSpc>
                <a:spcPct val="100000"/>
              </a:lnSpc>
              <a:spcBef>
                <a:spcPts val="0"/>
              </a:spcBef>
              <a:spcAft>
                <a:spcPts val="0"/>
              </a:spcAft>
              <a:buSzPts val="900"/>
              <a:buChar char="■"/>
              <a:defRPr/>
            </a:lvl9pPr>
          </a:lstStyle>
          <a:p/>
        </p:txBody>
      </p:sp>
      <p:sp>
        <p:nvSpPr>
          <p:cNvPr id="214" name="Google Shape;214;p28"/>
          <p:cNvSpPr txBox="1"/>
          <p:nvPr>
            <p:ph idx="4" type="body"/>
          </p:nvPr>
        </p:nvSpPr>
        <p:spPr>
          <a:xfrm>
            <a:off x="6743700" y="2448075"/>
            <a:ext cx="1889400" cy="2021100"/>
          </a:xfrm>
          <a:prstGeom prst="rect">
            <a:avLst/>
          </a:prstGeom>
          <a:noFill/>
          <a:ln>
            <a:noFill/>
          </a:ln>
        </p:spPr>
        <p:txBody>
          <a:bodyPr anchorCtr="0" anchor="t" bIns="91425" lIns="91425" spcFirstLastPara="1" rIns="91425" wrap="square" tIns="91425">
            <a:noAutofit/>
          </a:bodyPr>
          <a:lstStyle>
            <a:lvl1pPr indent="-285750" lvl="0" marL="457200" algn="l">
              <a:lnSpc>
                <a:spcPct val="100000"/>
              </a:lnSpc>
              <a:spcBef>
                <a:spcPts val="0"/>
              </a:spcBef>
              <a:spcAft>
                <a:spcPts val="0"/>
              </a:spcAft>
              <a:buSzPts val="900"/>
              <a:buChar char="●"/>
              <a:defRPr/>
            </a:lvl1pPr>
            <a:lvl2pPr indent="-285750" lvl="1" marL="914400" algn="l">
              <a:lnSpc>
                <a:spcPct val="100000"/>
              </a:lnSpc>
              <a:spcBef>
                <a:spcPts val="0"/>
              </a:spcBef>
              <a:spcAft>
                <a:spcPts val="0"/>
              </a:spcAft>
              <a:buSzPts val="900"/>
              <a:buChar char="○"/>
              <a:defRPr/>
            </a:lvl2pPr>
            <a:lvl3pPr indent="-285750" lvl="2" marL="1371600" algn="l">
              <a:lnSpc>
                <a:spcPct val="100000"/>
              </a:lnSpc>
              <a:spcBef>
                <a:spcPts val="0"/>
              </a:spcBef>
              <a:spcAft>
                <a:spcPts val="0"/>
              </a:spcAft>
              <a:buSzPts val="900"/>
              <a:buChar char="■"/>
              <a:defRPr/>
            </a:lvl3pPr>
            <a:lvl4pPr indent="-285750" lvl="3" marL="1828800" algn="l">
              <a:lnSpc>
                <a:spcPct val="100000"/>
              </a:lnSpc>
              <a:spcBef>
                <a:spcPts val="0"/>
              </a:spcBef>
              <a:spcAft>
                <a:spcPts val="0"/>
              </a:spcAft>
              <a:buSzPts val="900"/>
              <a:buChar char="●"/>
              <a:defRPr/>
            </a:lvl4pPr>
            <a:lvl5pPr indent="-285750" lvl="4" marL="2286000" algn="l">
              <a:lnSpc>
                <a:spcPct val="100000"/>
              </a:lnSpc>
              <a:spcBef>
                <a:spcPts val="0"/>
              </a:spcBef>
              <a:spcAft>
                <a:spcPts val="0"/>
              </a:spcAft>
              <a:buSzPts val="900"/>
              <a:buChar char="○"/>
              <a:defRPr/>
            </a:lvl5pPr>
            <a:lvl6pPr indent="-285750" lvl="5" marL="2743200" algn="l">
              <a:lnSpc>
                <a:spcPct val="100000"/>
              </a:lnSpc>
              <a:spcBef>
                <a:spcPts val="0"/>
              </a:spcBef>
              <a:spcAft>
                <a:spcPts val="0"/>
              </a:spcAft>
              <a:buSzPts val="900"/>
              <a:buChar char="■"/>
              <a:defRPr/>
            </a:lvl6pPr>
            <a:lvl7pPr indent="-285750" lvl="6" marL="3200400" algn="l">
              <a:lnSpc>
                <a:spcPct val="100000"/>
              </a:lnSpc>
              <a:spcBef>
                <a:spcPts val="0"/>
              </a:spcBef>
              <a:spcAft>
                <a:spcPts val="0"/>
              </a:spcAft>
              <a:buSzPts val="900"/>
              <a:buChar char="●"/>
              <a:defRPr/>
            </a:lvl7pPr>
            <a:lvl8pPr indent="-285750" lvl="7" marL="3657600" algn="l">
              <a:lnSpc>
                <a:spcPct val="100000"/>
              </a:lnSpc>
              <a:spcBef>
                <a:spcPts val="0"/>
              </a:spcBef>
              <a:spcAft>
                <a:spcPts val="0"/>
              </a:spcAft>
              <a:buSzPts val="900"/>
              <a:buChar char="○"/>
              <a:defRPr/>
            </a:lvl8pPr>
            <a:lvl9pPr indent="-285750" lvl="8" marL="4114800" algn="l">
              <a:lnSpc>
                <a:spcPct val="100000"/>
              </a:lnSpc>
              <a:spcBef>
                <a:spcPts val="0"/>
              </a:spcBef>
              <a:spcAft>
                <a:spcPts val="0"/>
              </a:spcAft>
              <a:buSzPts val="900"/>
              <a:buChar char="■"/>
              <a:defRPr/>
            </a:lvl9pPr>
          </a:lstStyle>
          <a:p/>
        </p:txBody>
      </p:sp>
      <p:sp>
        <p:nvSpPr>
          <p:cNvPr id="215" name="Google Shape;215;p28"/>
          <p:cNvSpPr txBox="1"/>
          <p:nvPr>
            <p:ph idx="5" type="subTitle"/>
          </p:nvPr>
        </p:nvSpPr>
        <p:spPr>
          <a:xfrm>
            <a:off x="229450" y="2123775"/>
            <a:ext cx="1889400" cy="3243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900"/>
              <a:buNone/>
              <a:defRPr b="1" sz="900"/>
            </a:lvl1pPr>
            <a:lvl2pPr lvl="1" algn="l">
              <a:lnSpc>
                <a:spcPct val="100000"/>
              </a:lnSpc>
              <a:spcBef>
                <a:spcPts val="0"/>
              </a:spcBef>
              <a:spcAft>
                <a:spcPts val="0"/>
              </a:spcAft>
              <a:buSzPts val="900"/>
              <a:buNone/>
              <a:defRPr b="1" sz="900"/>
            </a:lvl2pPr>
            <a:lvl3pPr lvl="2" algn="l">
              <a:lnSpc>
                <a:spcPct val="100000"/>
              </a:lnSpc>
              <a:spcBef>
                <a:spcPts val="0"/>
              </a:spcBef>
              <a:spcAft>
                <a:spcPts val="0"/>
              </a:spcAft>
              <a:buSzPts val="900"/>
              <a:buNone/>
              <a:defRPr b="1" sz="900"/>
            </a:lvl3pPr>
            <a:lvl4pPr lvl="3" algn="l">
              <a:lnSpc>
                <a:spcPct val="100000"/>
              </a:lnSpc>
              <a:spcBef>
                <a:spcPts val="0"/>
              </a:spcBef>
              <a:spcAft>
                <a:spcPts val="0"/>
              </a:spcAft>
              <a:buSzPts val="900"/>
              <a:buNone/>
              <a:defRPr b="1" sz="900"/>
            </a:lvl4pPr>
            <a:lvl5pPr lvl="4" algn="l">
              <a:lnSpc>
                <a:spcPct val="100000"/>
              </a:lnSpc>
              <a:spcBef>
                <a:spcPts val="0"/>
              </a:spcBef>
              <a:spcAft>
                <a:spcPts val="0"/>
              </a:spcAft>
              <a:buSzPts val="900"/>
              <a:buNone/>
              <a:defRPr b="1" sz="900"/>
            </a:lvl5pPr>
            <a:lvl6pPr lvl="5" algn="l">
              <a:lnSpc>
                <a:spcPct val="100000"/>
              </a:lnSpc>
              <a:spcBef>
                <a:spcPts val="0"/>
              </a:spcBef>
              <a:spcAft>
                <a:spcPts val="0"/>
              </a:spcAft>
              <a:buSzPts val="900"/>
              <a:buNone/>
              <a:defRPr b="1" sz="900"/>
            </a:lvl6pPr>
            <a:lvl7pPr lvl="6" algn="l">
              <a:lnSpc>
                <a:spcPct val="100000"/>
              </a:lnSpc>
              <a:spcBef>
                <a:spcPts val="0"/>
              </a:spcBef>
              <a:spcAft>
                <a:spcPts val="0"/>
              </a:spcAft>
              <a:buSzPts val="900"/>
              <a:buNone/>
              <a:defRPr b="1" sz="900"/>
            </a:lvl7pPr>
            <a:lvl8pPr lvl="7" algn="l">
              <a:lnSpc>
                <a:spcPct val="100000"/>
              </a:lnSpc>
              <a:spcBef>
                <a:spcPts val="0"/>
              </a:spcBef>
              <a:spcAft>
                <a:spcPts val="0"/>
              </a:spcAft>
              <a:buSzPts val="900"/>
              <a:buNone/>
              <a:defRPr b="1" sz="900"/>
            </a:lvl8pPr>
            <a:lvl9pPr lvl="8" algn="l">
              <a:lnSpc>
                <a:spcPct val="100000"/>
              </a:lnSpc>
              <a:spcBef>
                <a:spcPts val="0"/>
              </a:spcBef>
              <a:spcAft>
                <a:spcPts val="0"/>
              </a:spcAft>
              <a:buSzPts val="900"/>
              <a:buNone/>
              <a:defRPr b="1" sz="900"/>
            </a:lvl9pPr>
          </a:lstStyle>
          <a:p/>
        </p:txBody>
      </p:sp>
      <p:sp>
        <p:nvSpPr>
          <p:cNvPr id="216" name="Google Shape;216;p28"/>
          <p:cNvSpPr txBox="1"/>
          <p:nvPr>
            <p:ph idx="6" type="subTitle"/>
          </p:nvPr>
        </p:nvSpPr>
        <p:spPr>
          <a:xfrm>
            <a:off x="2400300" y="2123775"/>
            <a:ext cx="1889400" cy="3243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900"/>
              <a:buNone/>
              <a:defRPr b="1" sz="900"/>
            </a:lvl1pPr>
            <a:lvl2pPr lvl="1" algn="l">
              <a:lnSpc>
                <a:spcPct val="100000"/>
              </a:lnSpc>
              <a:spcBef>
                <a:spcPts val="0"/>
              </a:spcBef>
              <a:spcAft>
                <a:spcPts val="0"/>
              </a:spcAft>
              <a:buSzPts val="900"/>
              <a:buNone/>
              <a:defRPr b="1" sz="900"/>
            </a:lvl2pPr>
            <a:lvl3pPr lvl="2" algn="l">
              <a:lnSpc>
                <a:spcPct val="100000"/>
              </a:lnSpc>
              <a:spcBef>
                <a:spcPts val="0"/>
              </a:spcBef>
              <a:spcAft>
                <a:spcPts val="0"/>
              </a:spcAft>
              <a:buSzPts val="900"/>
              <a:buNone/>
              <a:defRPr b="1" sz="900"/>
            </a:lvl3pPr>
            <a:lvl4pPr lvl="3" algn="l">
              <a:lnSpc>
                <a:spcPct val="100000"/>
              </a:lnSpc>
              <a:spcBef>
                <a:spcPts val="0"/>
              </a:spcBef>
              <a:spcAft>
                <a:spcPts val="0"/>
              </a:spcAft>
              <a:buSzPts val="900"/>
              <a:buNone/>
              <a:defRPr b="1" sz="900"/>
            </a:lvl4pPr>
            <a:lvl5pPr lvl="4" algn="l">
              <a:lnSpc>
                <a:spcPct val="100000"/>
              </a:lnSpc>
              <a:spcBef>
                <a:spcPts val="0"/>
              </a:spcBef>
              <a:spcAft>
                <a:spcPts val="0"/>
              </a:spcAft>
              <a:buSzPts val="900"/>
              <a:buNone/>
              <a:defRPr b="1" sz="900"/>
            </a:lvl5pPr>
            <a:lvl6pPr lvl="5" algn="l">
              <a:lnSpc>
                <a:spcPct val="100000"/>
              </a:lnSpc>
              <a:spcBef>
                <a:spcPts val="0"/>
              </a:spcBef>
              <a:spcAft>
                <a:spcPts val="0"/>
              </a:spcAft>
              <a:buSzPts val="900"/>
              <a:buNone/>
              <a:defRPr b="1" sz="900"/>
            </a:lvl6pPr>
            <a:lvl7pPr lvl="6" algn="l">
              <a:lnSpc>
                <a:spcPct val="100000"/>
              </a:lnSpc>
              <a:spcBef>
                <a:spcPts val="0"/>
              </a:spcBef>
              <a:spcAft>
                <a:spcPts val="0"/>
              </a:spcAft>
              <a:buSzPts val="900"/>
              <a:buNone/>
              <a:defRPr b="1" sz="900"/>
            </a:lvl7pPr>
            <a:lvl8pPr lvl="7" algn="l">
              <a:lnSpc>
                <a:spcPct val="100000"/>
              </a:lnSpc>
              <a:spcBef>
                <a:spcPts val="0"/>
              </a:spcBef>
              <a:spcAft>
                <a:spcPts val="0"/>
              </a:spcAft>
              <a:buSzPts val="900"/>
              <a:buNone/>
              <a:defRPr b="1" sz="900"/>
            </a:lvl8pPr>
            <a:lvl9pPr lvl="8" algn="l">
              <a:lnSpc>
                <a:spcPct val="100000"/>
              </a:lnSpc>
              <a:spcBef>
                <a:spcPts val="0"/>
              </a:spcBef>
              <a:spcAft>
                <a:spcPts val="0"/>
              </a:spcAft>
              <a:buSzPts val="900"/>
              <a:buNone/>
              <a:defRPr b="1" sz="900"/>
            </a:lvl9pPr>
          </a:lstStyle>
          <a:p/>
        </p:txBody>
      </p:sp>
      <p:sp>
        <p:nvSpPr>
          <p:cNvPr id="217" name="Google Shape;217;p28"/>
          <p:cNvSpPr txBox="1"/>
          <p:nvPr>
            <p:ph idx="7" type="subTitle"/>
          </p:nvPr>
        </p:nvSpPr>
        <p:spPr>
          <a:xfrm>
            <a:off x="4572000" y="2123775"/>
            <a:ext cx="1889400" cy="3243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900"/>
              <a:buNone/>
              <a:defRPr b="1" sz="900"/>
            </a:lvl1pPr>
            <a:lvl2pPr lvl="1" algn="l">
              <a:lnSpc>
                <a:spcPct val="100000"/>
              </a:lnSpc>
              <a:spcBef>
                <a:spcPts val="0"/>
              </a:spcBef>
              <a:spcAft>
                <a:spcPts val="0"/>
              </a:spcAft>
              <a:buSzPts val="900"/>
              <a:buNone/>
              <a:defRPr b="1" sz="900"/>
            </a:lvl2pPr>
            <a:lvl3pPr lvl="2" algn="l">
              <a:lnSpc>
                <a:spcPct val="100000"/>
              </a:lnSpc>
              <a:spcBef>
                <a:spcPts val="0"/>
              </a:spcBef>
              <a:spcAft>
                <a:spcPts val="0"/>
              </a:spcAft>
              <a:buSzPts val="900"/>
              <a:buNone/>
              <a:defRPr b="1" sz="900"/>
            </a:lvl3pPr>
            <a:lvl4pPr lvl="3" algn="l">
              <a:lnSpc>
                <a:spcPct val="100000"/>
              </a:lnSpc>
              <a:spcBef>
                <a:spcPts val="0"/>
              </a:spcBef>
              <a:spcAft>
                <a:spcPts val="0"/>
              </a:spcAft>
              <a:buSzPts val="900"/>
              <a:buNone/>
              <a:defRPr b="1" sz="900"/>
            </a:lvl4pPr>
            <a:lvl5pPr lvl="4" algn="l">
              <a:lnSpc>
                <a:spcPct val="100000"/>
              </a:lnSpc>
              <a:spcBef>
                <a:spcPts val="0"/>
              </a:spcBef>
              <a:spcAft>
                <a:spcPts val="0"/>
              </a:spcAft>
              <a:buSzPts val="900"/>
              <a:buNone/>
              <a:defRPr b="1" sz="900"/>
            </a:lvl5pPr>
            <a:lvl6pPr lvl="5" algn="l">
              <a:lnSpc>
                <a:spcPct val="100000"/>
              </a:lnSpc>
              <a:spcBef>
                <a:spcPts val="0"/>
              </a:spcBef>
              <a:spcAft>
                <a:spcPts val="0"/>
              </a:spcAft>
              <a:buSzPts val="900"/>
              <a:buNone/>
              <a:defRPr b="1" sz="900"/>
            </a:lvl6pPr>
            <a:lvl7pPr lvl="6" algn="l">
              <a:lnSpc>
                <a:spcPct val="100000"/>
              </a:lnSpc>
              <a:spcBef>
                <a:spcPts val="0"/>
              </a:spcBef>
              <a:spcAft>
                <a:spcPts val="0"/>
              </a:spcAft>
              <a:buSzPts val="900"/>
              <a:buNone/>
              <a:defRPr b="1" sz="900"/>
            </a:lvl7pPr>
            <a:lvl8pPr lvl="7" algn="l">
              <a:lnSpc>
                <a:spcPct val="100000"/>
              </a:lnSpc>
              <a:spcBef>
                <a:spcPts val="0"/>
              </a:spcBef>
              <a:spcAft>
                <a:spcPts val="0"/>
              </a:spcAft>
              <a:buSzPts val="900"/>
              <a:buNone/>
              <a:defRPr b="1" sz="900"/>
            </a:lvl8pPr>
            <a:lvl9pPr lvl="8" algn="l">
              <a:lnSpc>
                <a:spcPct val="100000"/>
              </a:lnSpc>
              <a:spcBef>
                <a:spcPts val="0"/>
              </a:spcBef>
              <a:spcAft>
                <a:spcPts val="0"/>
              </a:spcAft>
              <a:buSzPts val="900"/>
              <a:buNone/>
              <a:defRPr b="1" sz="900"/>
            </a:lvl9pPr>
          </a:lstStyle>
          <a:p/>
        </p:txBody>
      </p:sp>
      <p:sp>
        <p:nvSpPr>
          <p:cNvPr id="218" name="Google Shape;218;p28"/>
          <p:cNvSpPr txBox="1"/>
          <p:nvPr>
            <p:ph idx="8" type="subTitle"/>
          </p:nvPr>
        </p:nvSpPr>
        <p:spPr>
          <a:xfrm>
            <a:off x="6743700" y="2123775"/>
            <a:ext cx="1889400" cy="3243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900"/>
              <a:buNone/>
              <a:defRPr b="1" sz="900"/>
            </a:lvl1pPr>
            <a:lvl2pPr lvl="1" algn="l">
              <a:lnSpc>
                <a:spcPct val="100000"/>
              </a:lnSpc>
              <a:spcBef>
                <a:spcPts val="0"/>
              </a:spcBef>
              <a:spcAft>
                <a:spcPts val="0"/>
              </a:spcAft>
              <a:buSzPts val="900"/>
              <a:buNone/>
              <a:defRPr b="1" sz="900"/>
            </a:lvl2pPr>
            <a:lvl3pPr lvl="2" algn="l">
              <a:lnSpc>
                <a:spcPct val="100000"/>
              </a:lnSpc>
              <a:spcBef>
                <a:spcPts val="0"/>
              </a:spcBef>
              <a:spcAft>
                <a:spcPts val="0"/>
              </a:spcAft>
              <a:buSzPts val="900"/>
              <a:buNone/>
              <a:defRPr b="1" sz="900"/>
            </a:lvl3pPr>
            <a:lvl4pPr lvl="3" algn="l">
              <a:lnSpc>
                <a:spcPct val="100000"/>
              </a:lnSpc>
              <a:spcBef>
                <a:spcPts val="0"/>
              </a:spcBef>
              <a:spcAft>
                <a:spcPts val="0"/>
              </a:spcAft>
              <a:buSzPts val="900"/>
              <a:buNone/>
              <a:defRPr b="1" sz="900"/>
            </a:lvl4pPr>
            <a:lvl5pPr lvl="4" algn="l">
              <a:lnSpc>
                <a:spcPct val="100000"/>
              </a:lnSpc>
              <a:spcBef>
                <a:spcPts val="0"/>
              </a:spcBef>
              <a:spcAft>
                <a:spcPts val="0"/>
              </a:spcAft>
              <a:buSzPts val="900"/>
              <a:buNone/>
              <a:defRPr b="1" sz="900"/>
            </a:lvl5pPr>
            <a:lvl6pPr lvl="5" algn="l">
              <a:lnSpc>
                <a:spcPct val="100000"/>
              </a:lnSpc>
              <a:spcBef>
                <a:spcPts val="0"/>
              </a:spcBef>
              <a:spcAft>
                <a:spcPts val="0"/>
              </a:spcAft>
              <a:buSzPts val="900"/>
              <a:buNone/>
              <a:defRPr b="1" sz="900"/>
            </a:lvl6pPr>
            <a:lvl7pPr lvl="6" algn="l">
              <a:lnSpc>
                <a:spcPct val="100000"/>
              </a:lnSpc>
              <a:spcBef>
                <a:spcPts val="0"/>
              </a:spcBef>
              <a:spcAft>
                <a:spcPts val="0"/>
              </a:spcAft>
              <a:buSzPts val="900"/>
              <a:buNone/>
              <a:defRPr b="1" sz="900"/>
            </a:lvl7pPr>
            <a:lvl8pPr lvl="7" algn="l">
              <a:lnSpc>
                <a:spcPct val="100000"/>
              </a:lnSpc>
              <a:spcBef>
                <a:spcPts val="0"/>
              </a:spcBef>
              <a:spcAft>
                <a:spcPts val="0"/>
              </a:spcAft>
              <a:buSzPts val="900"/>
              <a:buNone/>
              <a:defRPr b="1" sz="900"/>
            </a:lvl8pPr>
            <a:lvl9pPr lvl="8" algn="l">
              <a:lnSpc>
                <a:spcPct val="100000"/>
              </a:lnSpc>
              <a:spcBef>
                <a:spcPts val="0"/>
              </a:spcBef>
              <a:spcAft>
                <a:spcPts val="0"/>
              </a:spcAft>
              <a:buSzPts val="900"/>
              <a:buNone/>
              <a:defRPr b="1" sz="900"/>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one column text">
  <p:cSld name="TITLE_AND_TWO_COLUMNS_1_2_1">
    <p:spTree>
      <p:nvGrpSpPr>
        <p:cNvPr id="219" name="Shape 219"/>
        <p:cNvGrpSpPr/>
        <p:nvPr/>
      </p:nvGrpSpPr>
      <p:grpSpPr>
        <a:xfrm>
          <a:off x="0" y="0"/>
          <a:ext cx="0" cy="0"/>
          <a:chOff x="0" y="0"/>
          <a:chExt cx="0" cy="0"/>
        </a:xfrm>
      </p:grpSpPr>
      <p:sp>
        <p:nvSpPr>
          <p:cNvPr id="220" name="Google Shape;220;p29"/>
          <p:cNvSpPr txBox="1"/>
          <p:nvPr>
            <p:ph idx="12" type="sldNum"/>
          </p:nvPr>
        </p:nvSpPr>
        <p:spPr>
          <a:xfrm>
            <a:off x="7426775" y="4679000"/>
            <a:ext cx="1502400" cy="3243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9pPr>
          </a:lstStyle>
          <a:p>
            <a:pPr indent="0" lvl="0" marL="0" rtl="0" algn="r">
              <a:spcBef>
                <a:spcPts val="0"/>
              </a:spcBef>
              <a:spcAft>
                <a:spcPts val="0"/>
              </a:spcAft>
              <a:buNone/>
            </a:pPr>
            <a:fld id="{00000000-1234-1234-1234-123412341234}" type="slidenum">
              <a:rPr lang="en"/>
              <a:t>‹#›</a:t>
            </a:fld>
            <a:endParaRPr/>
          </a:p>
        </p:txBody>
      </p:sp>
      <p:sp>
        <p:nvSpPr>
          <p:cNvPr id="221" name="Google Shape;221;p29"/>
          <p:cNvSpPr txBox="1"/>
          <p:nvPr>
            <p:ph type="title"/>
          </p:nvPr>
        </p:nvSpPr>
        <p:spPr>
          <a:xfrm>
            <a:off x="229450" y="164350"/>
            <a:ext cx="5541900" cy="18342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4500"/>
              <a:buNone/>
              <a:defRPr sz="4500"/>
            </a:lvl1pPr>
            <a:lvl2pPr lvl="1" algn="l">
              <a:lnSpc>
                <a:spcPct val="100000"/>
              </a:lnSpc>
              <a:spcBef>
                <a:spcPts val="0"/>
              </a:spcBef>
              <a:spcAft>
                <a:spcPts val="0"/>
              </a:spcAft>
              <a:buSzPts val="4500"/>
              <a:buNone/>
              <a:defRPr sz="4500"/>
            </a:lvl2pPr>
            <a:lvl3pPr lvl="2" algn="l">
              <a:lnSpc>
                <a:spcPct val="100000"/>
              </a:lnSpc>
              <a:spcBef>
                <a:spcPts val="0"/>
              </a:spcBef>
              <a:spcAft>
                <a:spcPts val="0"/>
              </a:spcAft>
              <a:buSzPts val="4500"/>
              <a:buNone/>
              <a:defRPr sz="4500"/>
            </a:lvl3pPr>
            <a:lvl4pPr lvl="3" algn="l">
              <a:lnSpc>
                <a:spcPct val="100000"/>
              </a:lnSpc>
              <a:spcBef>
                <a:spcPts val="0"/>
              </a:spcBef>
              <a:spcAft>
                <a:spcPts val="0"/>
              </a:spcAft>
              <a:buSzPts val="4500"/>
              <a:buNone/>
              <a:defRPr sz="4500"/>
            </a:lvl4pPr>
            <a:lvl5pPr lvl="4" algn="l">
              <a:lnSpc>
                <a:spcPct val="100000"/>
              </a:lnSpc>
              <a:spcBef>
                <a:spcPts val="0"/>
              </a:spcBef>
              <a:spcAft>
                <a:spcPts val="0"/>
              </a:spcAft>
              <a:buSzPts val="4500"/>
              <a:buNone/>
              <a:defRPr sz="4500"/>
            </a:lvl5pPr>
            <a:lvl6pPr lvl="5" algn="l">
              <a:lnSpc>
                <a:spcPct val="100000"/>
              </a:lnSpc>
              <a:spcBef>
                <a:spcPts val="0"/>
              </a:spcBef>
              <a:spcAft>
                <a:spcPts val="0"/>
              </a:spcAft>
              <a:buSzPts val="4500"/>
              <a:buNone/>
              <a:defRPr sz="4500"/>
            </a:lvl6pPr>
            <a:lvl7pPr lvl="6" algn="l">
              <a:lnSpc>
                <a:spcPct val="100000"/>
              </a:lnSpc>
              <a:spcBef>
                <a:spcPts val="0"/>
              </a:spcBef>
              <a:spcAft>
                <a:spcPts val="0"/>
              </a:spcAft>
              <a:buSzPts val="4500"/>
              <a:buNone/>
              <a:defRPr sz="4500"/>
            </a:lvl7pPr>
            <a:lvl8pPr lvl="7" algn="l">
              <a:lnSpc>
                <a:spcPct val="100000"/>
              </a:lnSpc>
              <a:spcBef>
                <a:spcPts val="0"/>
              </a:spcBef>
              <a:spcAft>
                <a:spcPts val="0"/>
              </a:spcAft>
              <a:buSzPts val="4500"/>
              <a:buNone/>
              <a:defRPr sz="4500"/>
            </a:lvl8pPr>
            <a:lvl9pPr lvl="8" algn="l">
              <a:lnSpc>
                <a:spcPct val="100000"/>
              </a:lnSpc>
              <a:spcBef>
                <a:spcPts val="0"/>
              </a:spcBef>
              <a:spcAft>
                <a:spcPts val="0"/>
              </a:spcAft>
              <a:buSzPts val="4500"/>
              <a:buNone/>
              <a:defRPr sz="4500"/>
            </a:lvl9pPr>
          </a:lstStyle>
          <a:p/>
        </p:txBody>
      </p:sp>
      <p:cxnSp>
        <p:nvCxnSpPr>
          <p:cNvPr id="222" name="Google Shape;222;p29"/>
          <p:cNvCxnSpPr/>
          <p:nvPr/>
        </p:nvCxnSpPr>
        <p:spPr>
          <a:xfrm flipH="1" rot="10800000">
            <a:off x="225750" y="4678950"/>
            <a:ext cx="8692500" cy="5700"/>
          </a:xfrm>
          <a:prstGeom prst="straightConnector1">
            <a:avLst/>
          </a:prstGeom>
          <a:noFill/>
          <a:ln cap="flat" cmpd="sng" w="9525">
            <a:solidFill>
              <a:schemeClr val="dk1"/>
            </a:solidFill>
            <a:prstDash val="solid"/>
            <a:round/>
            <a:headEnd len="sm" w="sm" type="none"/>
            <a:tailEnd len="sm" w="sm" type="none"/>
          </a:ln>
        </p:spPr>
      </p:cxnSp>
      <p:sp>
        <p:nvSpPr>
          <p:cNvPr id="223" name="Google Shape;223;p29"/>
          <p:cNvSpPr txBox="1"/>
          <p:nvPr>
            <p:ph idx="1" type="body"/>
          </p:nvPr>
        </p:nvSpPr>
        <p:spPr>
          <a:xfrm>
            <a:off x="228600" y="2448075"/>
            <a:ext cx="5541900" cy="2021100"/>
          </a:xfrm>
          <a:prstGeom prst="rect">
            <a:avLst/>
          </a:prstGeom>
          <a:noFill/>
          <a:ln>
            <a:noFill/>
          </a:ln>
        </p:spPr>
        <p:txBody>
          <a:bodyPr anchorCtr="0" anchor="t" bIns="91425" lIns="91425" spcFirstLastPara="1" rIns="91425" wrap="square" tIns="91425">
            <a:noAutofit/>
          </a:bodyPr>
          <a:lstStyle>
            <a:lvl1pPr indent="-285750" lvl="0" marL="457200" algn="l">
              <a:lnSpc>
                <a:spcPct val="100000"/>
              </a:lnSpc>
              <a:spcBef>
                <a:spcPts val="0"/>
              </a:spcBef>
              <a:spcAft>
                <a:spcPts val="0"/>
              </a:spcAft>
              <a:buSzPts val="900"/>
              <a:buChar char="●"/>
              <a:defRPr/>
            </a:lvl1pPr>
            <a:lvl2pPr indent="-285750" lvl="1" marL="914400" algn="l">
              <a:lnSpc>
                <a:spcPct val="100000"/>
              </a:lnSpc>
              <a:spcBef>
                <a:spcPts val="0"/>
              </a:spcBef>
              <a:spcAft>
                <a:spcPts val="0"/>
              </a:spcAft>
              <a:buSzPts val="900"/>
              <a:buChar char="○"/>
              <a:defRPr/>
            </a:lvl2pPr>
            <a:lvl3pPr indent="-285750" lvl="2" marL="1371600" algn="l">
              <a:lnSpc>
                <a:spcPct val="100000"/>
              </a:lnSpc>
              <a:spcBef>
                <a:spcPts val="0"/>
              </a:spcBef>
              <a:spcAft>
                <a:spcPts val="0"/>
              </a:spcAft>
              <a:buSzPts val="900"/>
              <a:buChar char="■"/>
              <a:defRPr/>
            </a:lvl3pPr>
            <a:lvl4pPr indent="-285750" lvl="3" marL="1828800" algn="l">
              <a:lnSpc>
                <a:spcPct val="100000"/>
              </a:lnSpc>
              <a:spcBef>
                <a:spcPts val="0"/>
              </a:spcBef>
              <a:spcAft>
                <a:spcPts val="0"/>
              </a:spcAft>
              <a:buSzPts val="900"/>
              <a:buChar char="●"/>
              <a:defRPr/>
            </a:lvl4pPr>
            <a:lvl5pPr indent="-285750" lvl="4" marL="2286000" algn="l">
              <a:lnSpc>
                <a:spcPct val="100000"/>
              </a:lnSpc>
              <a:spcBef>
                <a:spcPts val="0"/>
              </a:spcBef>
              <a:spcAft>
                <a:spcPts val="0"/>
              </a:spcAft>
              <a:buSzPts val="900"/>
              <a:buChar char="○"/>
              <a:defRPr/>
            </a:lvl5pPr>
            <a:lvl6pPr indent="-285750" lvl="5" marL="2743200" algn="l">
              <a:lnSpc>
                <a:spcPct val="100000"/>
              </a:lnSpc>
              <a:spcBef>
                <a:spcPts val="0"/>
              </a:spcBef>
              <a:spcAft>
                <a:spcPts val="0"/>
              </a:spcAft>
              <a:buSzPts val="900"/>
              <a:buChar char="■"/>
              <a:defRPr/>
            </a:lvl6pPr>
            <a:lvl7pPr indent="-285750" lvl="6" marL="3200400" algn="l">
              <a:lnSpc>
                <a:spcPct val="100000"/>
              </a:lnSpc>
              <a:spcBef>
                <a:spcPts val="0"/>
              </a:spcBef>
              <a:spcAft>
                <a:spcPts val="0"/>
              </a:spcAft>
              <a:buSzPts val="900"/>
              <a:buChar char="●"/>
              <a:defRPr/>
            </a:lvl7pPr>
            <a:lvl8pPr indent="-285750" lvl="7" marL="3657600" algn="l">
              <a:lnSpc>
                <a:spcPct val="100000"/>
              </a:lnSpc>
              <a:spcBef>
                <a:spcPts val="0"/>
              </a:spcBef>
              <a:spcAft>
                <a:spcPts val="0"/>
              </a:spcAft>
              <a:buSzPts val="900"/>
              <a:buChar char="○"/>
              <a:defRPr/>
            </a:lvl8pPr>
            <a:lvl9pPr indent="-285750" lvl="8" marL="4114800" algn="l">
              <a:lnSpc>
                <a:spcPct val="100000"/>
              </a:lnSpc>
              <a:spcBef>
                <a:spcPts val="0"/>
              </a:spcBef>
              <a:spcAft>
                <a:spcPts val="0"/>
              </a:spcAft>
              <a:buSzPts val="900"/>
              <a:buChar char="■"/>
              <a:defRPr/>
            </a:lvl9pPr>
          </a:lstStyle>
          <a:p/>
        </p:txBody>
      </p:sp>
      <p:sp>
        <p:nvSpPr>
          <p:cNvPr id="224" name="Google Shape;224;p29"/>
          <p:cNvSpPr txBox="1"/>
          <p:nvPr>
            <p:ph idx="2" type="subTitle"/>
          </p:nvPr>
        </p:nvSpPr>
        <p:spPr>
          <a:xfrm>
            <a:off x="228600" y="1798275"/>
            <a:ext cx="5541900" cy="6498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000"/>
              <a:buNone/>
              <a:defRPr/>
            </a:lvl1pPr>
            <a:lvl2pPr lvl="1" algn="l">
              <a:lnSpc>
                <a:spcPct val="100000"/>
              </a:lnSpc>
              <a:spcBef>
                <a:spcPts val="0"/>
              </a:spcBef>
              <a:spcAft>
                <a:spcPts val="0"/>
              </a:spcAft>
              <a:buSzPts val="2000"/>
              <a:buNone/>
              <a:defRPr/>
            </a:lvl2pPr>
            <a:lvl3pPr lvl="2" algn="l">
              <a:lnSpc>
                <a:spcPct val="100000"/>
              </a:lnSpc>
              <a:spcBef>
                <a:spcPts val="0"/>
              </a:spcBef>
              <a:spcAft>
                <a:spcPts val="0"/>
              </a:spcAft>
              <a:buSzPts val="2000"/>
              <a:buNone/>
              <a:defRPr/>
            </a:lvl3pPr>
            <a:lvl4pPr lvl="3" algn="l">
              <a:lnSpc>
                <a:spcPct val="100000"/>
              </a:lnSpc>
              <a:spcBef>
                <a:spcPts val="0"/>
              </a:spcBef>
              <a:spcAft>
                <a:spcPts val="0"/>
              </a:spcAft>
              <a:buSzPts val="2000"/>
              <a:buNone/>
              <a:defRPr/>
            </a:lvl4pPr>
            <a:lvl5pPr lvl="4" algn="l">
              <a:lnSpc>
                <a:spcPct val="100000"/>
              </a:lnSpc>
              <a:spcBef>
                <a:spcPts val="0"/>
              </a:spcBef>
              <a:spcAft>
                <a:spcPts val="0"/>
              </a:spcAft>
              <a:buSzPts val="2000"/>
              <a:buNone/>
              <a:defRPr/>
            </a:lvl5pPr>
            <a:lvl6pPr lvl="5" algn="l">
              <a:lnSpc>
                <a:spcPct val="100000"/>
              </a:lnSpc>
              <a:spcBef>
                <a:spcPts val="0"/>
              </a:spcBef>
              <a:spcAft>
                <a:spcPts val="0"/>
              </a:spcAft>
              <a:buSzPts val="2000"/>
              <a:buNone/>
              <a:defRPr/>
            </a:lvl6pPr>
            <a:lvl7pPr lvl="6" algn="l">
              <a:lnSpc>
                <a:spcPct val="100000"/>
              </a:lnSpc>
              <a:spcBef>
                <a:spcPts val="0"/>
              </a:spcBef>
              <a:spcAft>
                <a:spcPts val="0"/>
              </a:spcAft>
              <a:buSzPts val="2000"/>
              <a:buNone/>
              <a:defRPr/>
            </a:lvl7pPr>
            <a:lvl8pPr lvl="7" algn="l">
              <a:lnSpc>
                <a:spcPct val="100000"/>
              </a:lnSpc>
              <a:spcBef>
                <a:spcPts val="0"/>
              </a:spcBef>
              <a:spcAft>
                <a:spcPts val="0"/>
              </a:spcAft>
              <a:buSzPts val="2000"/>
              <a:buNone/>
              <a:defRPr/>
            </a:lvl8pPr>
            <a:lvl9pPr lvl="8" algn="l">
              <a:lnSpc>
                <a:spcPct val="100000"/>
              </a:lnSpc>
              <a:spcBef>
                <a:spcPts val="0"/>
              </a:spcBef>
              <a:spcAft>
                <a:spcPts val="0"/>
              </a:spcAft>
              <a:buSzPts val="2000"/>
              <a:buNone/>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TITLE_AND_TWO_COLUMNS_1_1">
    <p:spTree>
      <p:nvGrpSpPr>
        <p:cNvPr id="225" name="Shape 225"/>
        <p:cNvGrpSpPr/>
        <p:nvPr/>
      </p:nvGrpSpPr>
      <p:grpSpPr>
        <a:xfrm>
          <a:off x="0" y="0"/>
          <a:ext cx="0" cy="0"/>
          <a:chOff x="0" y="0"/>
          <a:chExt cx="0" cy="0"/>
        </a:xfrm>
      </p:grpSpPr>
      <p:sp>
        <p:nvSpPr>
          <p:cNvPr id="226" name="Google Shape;226;p30"/>
          <p:cNvSpPr txBox="1"/>
          <p:nvPr>
            <p:ph idx="12" type="sldNum"/>
          </p:nvPr>
        </p:nvSpPr>
        <p:spPr>
          <a:xfrm>
            <a:off x="7426775" y="4679000"/>
            <a:ext cx="1502400" cy="3243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9pPr>
          </a:lstStyle>
          <a:p>
            <a:pPr indent="0" lvl="0" marL="0" rtl="0" algn="r">
              <a:spcBef>
                <a:spcPts val="0"/>
              </a:spcBef>
              <a:spcAft>
                <a:spcPts val="0"/>
              </a:spcAft>
              <a:buNone/>
            </a:pPr>
            <a:fld id="{00000000-1234-1234-1234-123412341234}" type="slidenum">
              <a:rPr lang="en"/>
              <a:t>‹#›</a:t>
            </a:fld>
            <a:endParaRPr/>
          </a:p>
        </p:txBody>
      </p:sp>
      <p:sp>
        <p:nvSpPr>
          <p:cNvPr id="227" name="Google Shape;227;p30"/>
          <p:cNvSpPr txBox="1"/>
          <p:nvPr>
            <p:ph type="title"/>
          </p:nvPr>
        </p:nvSpPr>
        <p:spPr>
          <a:xfrm>
            <a:off x="229450" y="164350"/>
            <a:ext cx="8686800" cy="8745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6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28" name="Google Shape;228;p30"/>
          <p:cNvSpPr txBox="1"/>
          <p:nvPr>
            <p:ph idx="1" type="body"/>
          </p:nvPr>
        </p:nvSpPr>
        <p:spPr>
          <a:xfrm>
            <a:off x="229450" y="3455950"/>
            <a:ext cx="4061100" cy="1054200"/>
          </a:xfrm>
          <a:prstGeom prst="rect">
            <a:avLst/>
          </a:prstGeom>
          <a:noFill/>
          <a:ln>
            <a:noFill/>
          </a:ln>
        </p:spPr>
        <p:txBody>
          <a:bodyPr anchorCtr="0" anchor="t" bIns="91425" lIns="91425" spcFirstLastPara="1" rIns="91425" wrap="square" tIns="91425">
            <a:noAutofit/>
          </a:bodyPr>
          <a:lstStyle>
            <a:lvl1pPr indent="-285750" lvl="0" marL="457200" algn="l">
              <a:lnSpc>
                <a:spcPct val="100000"/>
              </a:lnSpc>
              <a:spcBef>
                <a:spcPts val="0"/>
              </a:spcBef>
              <a:spcAft>
                <a:spcPts val="0"/>
              </a:spcAft>
              <a:buSzPts val="900"/>
              <a:buChar char="●"/>
              <a:defRPr/>
            </a:lvl1pPr>
            <a:lvl2pPr indent="-285750" lvl="1" marL="914400" algn="l">
              <a:lnSpc>
                <a:spcPct val="100000"/>
              </a:lnSpc>
              <a:spcBef>
                <a:spcPts val="0"/>
              </a:spcBef>
              <a:spcAft>
                <a:spcPts val="0"/>
              </a:spcAft>
              <a:buSzPts val="900"/>
              <a:buChar char="○"/>
              <a:defRPr/>
            </a:lvl2pPr>
            <a:lvl3pPr indent="-285750" lvl="2" marL="1371600" algn="l">
              <a:lnSpc>
                <a:spcPct val="100000"/>
              </a:lnSpc>
              <a:spcBef>
                <a:spcPts val="0"/>
              </a:spcBef>
              <a:spcAft>
                <a:spcPts val="0"/>
              </a:spcAft>
              <a:buSzPts val="900"/>
              <a:buChar char="■"/>
              <a:defRPr/>
            </a:lvl3pPr>
            <a:lvl4pPr indent="-285750" lvl="3" marL="1828800" algn="l">
              <a:lnSpc>
                <a:spcPct val="100000"/>
              </a:lnSpc>
              <a:spcBef>
                <a:spcPts val="0"/>
              </a:spcBef>
              <a:spcAft>
                <a:spcPts val="0"/>
              </a:spcAft>
              <a:buSzPts val="900"/>
              <a:buChar char="●"/>
              <a:defRPr/>
            </a:lvl4pPr>
            <a:lvl5pPr indent="-285750" lvl="4" marL="2286000" algn="l">
              <a:lnSpc>
                <a:spcPct val="100000"/>
              </a:lnSpc>
              <a:spcBef>
                <a:spcPts val="0"/>
              </a:spcBef>
              <a:spcAft>
                <a:spcPts val="0"/>
              </a:spcAft>
              <a:buSzPts val="900"/>
              <a:buChar char="○"/>
              <a:defRPr/>
            </a:lvl5pPr>
            <a:lvl6pPr indent="-285750" lvl="5" marL="2743200" algn="l">
              <a:lnSpc>
                <a:spcPct val="100000"/>
              </a:lnSpc>
              <a:spcBef>
                <a:spcPts val="0"/>
              </a:spcBef>
              <a:spcAft>
                <a:spcPts val="0"/>
              </a:spcAft>
              <a:buSzPts val="900"/>
              <a:buChar char="■"/>
              <a:defRPr/>
            </a:lvl6pPr>
            <a:lvl7pPr indent="-285750" lvl="6" marL="3200400" algn="l">
              <a:lnSpc>
                <a:spcPct val="100000"/>
              </a:lnSpc>
              <a:spcBef>
                <a:spcPts val="0"/>
              </a:spcBef>
              <a:spcAft>
                <a:spcPts val="0"/>
              </a:spcAft>
              <a:buSzPts val="900"/>
              <a:buChar char="●"/>
              <a:defRPr/>
            </a:lvl7pPr>
            <a:lvl8pPr indent="-285750" lvl="7" marL="3657600" algn="l">
              <a:lnSpc>
                <a:spcPct val="100000"/>
              </a:lnSpc>
              <a:spcBef>
                <a:spcPts val="0"/>
              </a:spcBef>
              <a:spcAft>
                <a:spcPts val="0"/>
              </a:spcAft>
              <a:buSzPts val="900"/>
              <a:buChar char="○"/>
              <a:defRPr/>
            </a:lvl8pPr>
            <a:lvl9pPr indent="-285750" lvl="8" marL="4114800" algn="l">
              <a:lnSpc>
                <a:spcPct val="100000"/>
              </a:lnSpc>
              <a:spcBef>
                <a:spcPts val="0"/>
              </a:spcBef>
              <a:spcAft>
                <a:spcPts val="0"/>
              </a:spcAft>
              <a:buSzPts val="900"/>
              <a:buChar char="■"/>
              <a:defRPr/>
            </a:lvl9pPr>
          </a:lstStyle>
          <a:p/>
        </p:txBody>
      </p:sp>
      <p:sp>
        <p:nvSpPr>
          <p:cNvPr id="229" name="Google Shape;229;p30"/>
          <p:cNvSpPr txBox="1"/>
          <p:nvPr>
            <p:ph idx="2" type="subTitle"/>
          </p:nvPr>
        </p:nvSpPr>
        <p:spPr>
          <a:xfrm>
            <a:off x="229450" y="3127850"/>
            <a:ext cx="4061100" cy="3243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900"/>
              <a:buNone/>
              <a:defRPr b="1" sz="900"/>
            </a:lvl1pPr>
            <a:lvl2pPr lvl="1" algn="l">
              <a:lnSpc>
                <a:spcPct val="100000"/>
              </a:lnSpc>
              <a:spcBef>
                <a:spcPts val="0"/>
              </a:spcBef>
              <a:spcAft>
                <a:spcPts val="0"/>
              </a:spcAft>
              <a:buSzPts val="900"/>
              <a:buNone/>
              <a:defRPr b="1" sz="900"/>
            </a:lvl2pPr>
            <a:lvl3pPr lvl="2" algn="l">
              <a:lnSpc>
                <a:spcPct val="100000"/>
              </a:lnSpc>
              <a:spcBef>
                <a:spcPts val="0"/>
              </a:spcBef>
              <a:spcAft>
                <a:spcPts val="0"/>
              </a:spcAft>
              <a:buSzPts val="900"/>
              <a:buNone/>
              <a:defRPr b="1" sz="900"/>
            </a:lvl3pPr>
            <a:lvl4pPr lvl="3" algn="l">
              <a:lnSpc>
                <a:spcPct val="100000"/>
              </a:lnSpc>
              <a:spcBef>
                <a:spcPts val="0"/>
              </a:spcBef>
              <a:spcAft>
                <a:spcPts val="0"/>
              </a:spcAft>
              <a:buSzPts val="900"/>
              <a:buNone/>
              <a:defRPr b="1" sz="900"/>
            </a:lvl4pPr>
            <a:lvl5pPr lvl="4" algn="l">
              <a:lnSpc>
                <a:spcPct val="100000"/>
              </a:lnSpc>
              <a:spcBef>
                <a:spcPts val="0"/>
              </a:spcBef>
              <a:spcAft>
                <a:spcPts val="0"/>
              </a:spcAft>
              <a:buSzPts val="900"/>
              <a:buNone/>
              <a:defRPr b="1" sz="900"/>
            </a:lvl5pPr>
            <a:lvl6pPr lvl="5" algn="l">
              <a:lnSpc>
                <a:spcPct val="100000"/>
              </a:lnSpc>
              <a:spcBef>
                <a:spcPts val="0"/>
              </a:spcBef>
              <a:spcAft>
                <a:spcPts val="0"/>
              </a:spcAft>
              <a:buSzPts val="900"/>
              <a:buNone/>
              <a:defRPr b="1" sz="900"/>
            </a:lvl6pPr>
            <a:lvl7pPr lvl="6" algn="l">
              <a:lnSpc>
                <a:spcPct val="100000"/>
              </a:lnSpc>
              <a:spcBef>
                <a:spcPts val="0"/>
              </a:spcBef>
              <a:spcAft>
                <a:spcPts val="0"/>
              </a:spcAft>
              <a:buSzPts val="900"/>
              <a:buNone/>
              <a:defRPr b="1" sz="900"/>
            </a:lvl7pPr>
            <a:lvl8pPr lvl="7" algn="l">
              <a:lnSpc>
                <a:spcPct val="100000"/>
              </a:lnSpc>
              <a:spcBef>
                <a:spcPts val="0"/>
              </a:spcBef>
              <a:spcAft>
                <a:spcPts val="0"/>
              </a:spcAft>
              <a:buSzPts val="900"/>
              <a:buNone/>
              <a:defRPr b="1" sz="900"/>
            </a:lvl8pPr>
            <a:lvl9pPr lvl="8" algn="l">
              <a:lnSpc>
                <a:spcPct val="100000"/>
              </a:lnSpc>
              <a:spcBef>
                <a:spcPts val="0"/>
              </a:spcBef>
              <a:spcAft>
                <a:spcPts val="0"/>
              </a:spcAft>
              <a:buSzPts val="900"/>
              <a:buNone/>
              <a:defRPr b="1" sz="900"/>
            </a:lvl9pPr>
          </a:lstStyle>
          <a:p/>
        </p:txBody>
      </p:sp>
      <p:cxnSp>
        <p:nvCxnSpPr>
          <p:cNvPr id="230" name="Google Shape;230;p30"/>
          <p:cNvCxnSpPr/>
          <p:nvPr/>
        </p:nvCxnSpPr>
        <p:spPr>
          <a:xfrm flipH="1" rot="10800000">
            <a:off x="225750" y="4678950"/>
            <a:ext cx="8692500" cy="5700"/>
          </a:xfrm>
          <a:prstGeom prst="straightConnector1">
            <a:avLst/>
          </a:prstGeom>
          <a:noFill/>
          <a:ln cap="flat" cmpd="sng" w="9525">
            <a:solidFill>
              <a:schemeClr val="dk1"/>
            </a:solidFill>
            <a:prstDash val="solid"/>
            <a:round/>
            <a:headEnd len="sm" w="sm" type="none"/>
            <a:tailEnd len="sm" w="sm" type="none"/>
          </a:ln>
        </p:spPr>
      </p:cxnSp>
      <p:sp>
        <p:nvSpPr>
          <p:cNvPr id="231" name="Google Shape;231;p30"/>
          <p:cNvSpPr txBox="1"/>
          <p:nvPr>
            <p:ph idx="3" type="body"/>
          </p:nvPr>
        </p:nvSpPr>
        <p:spPr>
          <a:xfrm>
            <a:off x="4573675" y="3455950"/>
            <a:ext cx="4061100" cy="1054200"/>
          </a:xfrm>
          <a:prstGeom prst="rect">
            <a:avLst/>
          </a:prstGeom>
          <a:noFill/>
          <a:ln>
            <a:noFill/>
          </a:ln>
        </p:spPr>
        <p:txBody>
          <a:bodyPr anchorCtr="0" anchor="t" bIns="91425" lIns="91425" spcFirstLastPara="1" rIns="91425" wrap="square" tIns="91425">
            <a:noAutofit/>
          </a:bodyPr>
          <a:lstStyle>
            <a:lvl1pPr indent="-285750" lvl="0" marL="457200" algn="l">
              <a:lnSpc>
                <a:spcPct val="100000"/>
              </a:lnSpc>
              <a:spcBef>
                <a:spcPts val="0"/>
              </a:spcBef>
              <a:spcAft>
                <a:spcPts val="0"/>
              </a:spcAft>
              <a:buSzPts val="900"/>
              <a:buChar char="●"/>
              <a:defRPr/>
            </a:lvl1pPr>
            <a:lvl2pPr indent="-285750" lvl="1" marL="914400" algn="l">
              <a:lnSpc>
                <a:spcPct val="100000"/>
              </a:lnSpc>
              <a:spcBef>
                <a:spcPts val="0"/>
              </a:spcBef>
              <a:spcAft>
                <a:spcPts val="0"/>
              </a:spcAft>
              <a:buSzPts val="900"/>
              <a:buChar char="○"/>
              <a:defRPr/>
            </a:lvl2pPr>
            <a:lvl3pPr indent="-285750" lvl="2" marL="1371600" algn="l">
              <a:lnSpc>
                <a:spcPct val="100000"/>
              </a:lnSpc>
              <a:spcBef>
                <a:spcPts val="0"/>
              </a:spcBef>
              <a:spcAft>
                <a:spcPts val="0"/>
              </a:spcAft>
              <a:buSzPts val="900"/>
              <a:buChar char="■"/>
              <a:defRPr/>
            </a:lvl3pPr>
            <a:lvl4pPr indent="-285750" lvl="3" marL="1828800" algn="l">
              <a:lnSpc>
                <a:spcPct val="100000"/>
              </a:lnSpc>
              <a:spcBef>
                <a:spcPts val="0"/>
              </a:spcBef>
              <a:spcAft>
                <a:spcPts val="0"/>
              </a:spcAft>
              <a:buSzPts val="900"/>
              <a:buChar char="●"/>
              <a:defRPr/>
            </a:lvl4pPr>
            <a:lvl5pPr indent="-285750" lvl="4" marL="2286000" algn="l">
              <a:lnSpc>
                <a:spcPct val="100000"/>
              </a:lnSpc>
              <a:spcBef>
                <a:spcPts val="0"/>
              </a:spcBef>
              <a:spcAft>
                <a:spcPts val="0"/>
              </a:spcAft>
              <a:buSzPts val="900"/>
              <a:buChar char="○"/>
              <a:defRPr/>
            </a:lvl5pPr>
            <a:lvl6pPr indent="-285750" lvl="5" marL="2743200" algn="l">
              <a:lnSpc>
                <a:spcPct val="100000"/>
              </a:lnSpc>
              <a:spcBef>
                <a:spcPts val="0"/>
              </a:spcBef>
              <a:spcAft>
                <a:spcPts val="0"/>
              </a:spcAft>
              <a:buSzPts val="900"/>
              <a:buChar char="■"/>
              <a:defRPr/>
            </a:lvl6pPr>
            <a:lvl7pPr indent="-285750" lvl="6" marL="3200400" algn="l">
              <a:lnSpc>
                <a:spcPct val="100000"/>
              </a:lnSpc>
              <a:spcBef>
                <a:spcPts val="0"/>
              </a:spcBef>
              <a:spcAft>
                <a:spcPts val="0"/>
              </a:spcAft>
              <a:buSzPts val="900"/>
              <a:buChar char="●"/>
              <a:defRPr/>
            </a:lvl7pPr>
            <a:lvl8pPr indent="-285750" lvl="7" marL="3657600" algn="l">
              <a:lnSpc>
                <a:spcPct val="100000"/>
              </a:lnSpc>
              <a:spcBef>
                <a:spcPts val="0"/>
              </a:spcBef>
              <a:spcAft>
                <a:spcPts val="0"/>
              </a:spcAft>
              <a:buSzPts val="900"/>
              <a:buChar char="○"/>
              <a:defRPr/>
            </a:lvl8pPr>
            <a:lvl9pPr indent="-285750" lvl="8" marL="4114800" algn="l">
              <a:lnSpc>
                <a:spcPct val="100000"/>
              </a:lnSpc>
              <a:spcBef>
                <a:spcPts val="0"/>
              </a:spcBef>
              <a:spcAft>
                <a:spcPts val="0"/>
              </a:spcAft>
              <a:buSzPts val="900"/>
              <a:buChar char="■"/>
              <a:defRPr/>
            </a:lvl9pPr>
          </a:lstStyle>
          <a:p/>
        </p:txBody>
      </p:sp>
      <p:sp>
        <p:nvSpPr>
          <p:cNvPr id="232" name="Google Shape;232;p30"/>
          <p:cNvSpPr txBox="1"/>
          <p:nvPr>
            <p:ph idx="4" type="subTitle"/>
          </p:nvPr>
        </p:nvSpPr>
        <p:spPr>
          <a:xfrm>
            <a:off x="4573675" y="3127850"/>
            <a:ext cx="4061100" cy="3243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900"/>
              <a:buNone/>
              <a:defRPr b="1" sz="900"/>
            </a:lvl1pPr>
            <a:lvl2pPr lvl="1" algn="l">
              <a:lnSpc>
                <a:spcPct val="100000"/>
              </a:lnSpc>
              <a:spcBef>
                <a:spcPts val="0"/>
              </a:spcBef>
              <a:spcAft>
                <a:spcPts val="0"/>
              </a:spcAft>
              <a:buSzPts val="900"/>
              <a:buNone/>
              <a:defRPr b="1" sz="900"/>
            </a:lvl2pPr>
            <a:lvl3pPr lvl="2" algn="l">
              <a:lnSpc>
                <a:spcPct val="100000"/>
              </a:lnSpc>
              <a:spcBef>
                <a:spcPts val="0"/>
              </a:spcBef>
              <a:spcAft>
                <a:spcPts val="0"/>
              </a:spcAft>
              <a:buSzPts val="900"/>
              <a:buNone/>
              <a:defRPr b="1" sz="900"/>
            </a:lvl3pPr>
            <a:lvl4pPr lvl="3" algn="l">
              <a:lnSpc>
                <a:spcPct val="100000"/>
              </a:lnSpc>
              <a:spcBef>
                <a:spcPts val="0"/>
              </a:spcBef>
              <a:spcAft>
                <a:spcPts val="0"/>
              </a:spcAft>
              <a:buSzPts val="900"/>
              <a:buNone/>
              <a:defRPr b="1" sz="900"/>
            </a:lvl4pPr>
            <a:lvl5pPr lvl="4" algn="l">
              <a:lnSpc>
                <a:spcPct val="100000"/>
              </a:lnSpc>
              <a:spcBef>
                <a:spcPts val="0"/>
              </a:spcBef>
              <a:spcAft>
                <a:spcPts val="0"/>
              </a:spcAft>
              <a:buSzPts val="900"/>
              <a:buNone/>
              <a:defRPr b="1" sz="900"/>
            </a:lvl5pPr>
            <a:lvl6pPr lvl="5" algn="l">
              <a:lnSpc>
                <a:spcPct val="100000"/>
              </a:lnSpc>
              <a:spcBef>
                <a:spcPts val="0"/>
              </a:spcBef>
              <a:spcAft>
                <a:spcPts val="0"/>
              </a:spcAft>
              <a:buSzPts val="900"/>
              <a:buNone/>
              <a:defRPr b="1" sz="900"/>
            </a:lvl6pPr>
            <a:lvl7pPr lvl="6" algn="l">
              <a:lnSpc>
                <a:spcPct val="100000"/>
              </a:lnSpc>
              <a:spcBef>
                <a:spcPts val="0"/>
              </a:spcBef>
              <a:spcAft>
                <a:spcPts val="0"/>
              </a:spcAft>
              <a:buSzPts val="900"/>
              <a:buNone/>
              <a:defRPr b="1" sz="900"/>
            </a:lvl7pPr>
            <a:lvl8pPr lvl="7" algn="l">
              <a:lnSpc>
                <a:spcPct val="100000"/>
              </a:lnSpc>
              <a:spcBef>
                <a:spcPts val="0"/>
              </a:spcBef>
              <a:spcAft>
                <a:spcPts val="0"/>
              </a:spcAft>
              <a:buSzPts val="900"/>
              <a:buNone/>
              <a:defRPr b="1" sz="900"/>
            </a:lvl8pPr>
            <a:lvl9pPr lvl="8" algn="l">
              <a:lnSpc>
                <a:spcPct val="100000"/>
              </a:lnSpc>
              <a:spcBef>
                <a:spcPts val="0"/>
              </a:spcBef>
              <a:spcAft>
                <a:spcPts val="0"/>
              </a:spcAft>
              <a:buSzPts val="900"/>
              <a:buNone/>
              <a:defRPr b="1" sz="900"/>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TITLE_ONLY_1_1">
    <p:spTree>
      <p:nvGrpSpPr>
        <p:cNvPr id="233" name="Shape 233"/>
        <p:cNvGrpSpPr/>
        <p:nvPr/>
      </p:nvGrpSpPr>
      <p:grpSpPr>
        <a:xfrm>
          <a:off x="0" y="0"/>
          <a:ext cx="0" cy="0"/>
          <a:chOff x="0" y="0"/>
          <a:chExt cx="0" cy="0"/>
        </a:xfrm>
      </p:grpSpPr>
      <p:sp>
        <p:nvSpPr>
          <p:cNvPr id="234" name="Google Shape;234;p31"/>
          <p:cNvSpPr txBox="1"/>
          <p:nvPr>
            <p:ph idx="12" type="sldNum"/>
          </p:nvPr>
        </p:nvSpPr>
        <p:spPr>
          <a:xfrm>
            <a:off x="7426775" y="4679000"/>
            <a:ext cx="1502400" cy="3243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9pPr>
          </a:lstStyle>
          <a:p>
            <a:pPr indent="0" lvl="0" marL="0" rtl="0" algn="r">
              <a:spcBef>
                <a:spcPts val="0"/>
              </a:spcBef>
              <a:spcAft>
                <a:spcPts val="0"/>
              </a:spcAft>
              <a:buNone/>
            </a:pPr>
            <a:fld id="{00000000-1234-1234-1234-123412341234}" type="slidenum">
              <a:rPr lang="en"/>
              <a:t>‹#›</a:t>
            </a:fld>
            <a:endParaRPr/>
          </a:p>
        </p:txBody>
      </p:sp>
      <p:sp>
        <p:nvSpPr>
          <p:cNvPr id="235" name="Google Shape;235;p31"/>
          <p:cNvSpPr txBox="1"/>
          <p:nvPr>
            <p:ph idx="1" type="subTitle"/>
          </p:nvPr>
        </p:nvSpPr>
        <p:spPr>
          <a:xfrm>
            <a:off x="1456800" y="1790719"/>
            <a:ext cx="1889400" cy="10923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000"/>
              <a:buNone/>
              <a:defRPr/>
            </a:lvl1pPr>
            <a:lvl2pPr lvl="1" algn="l">
              <a:lnSpc>
                <a:spcPct val="100000"/>
              </a:lnSpc>
              <a:spcBef>
                <a:spcPts val="0"/>
              </a:spcBef>
              <a:spcAft>
                <a:spcPts val="0"/>
              </a:spcAft>
              <a:buSzPts val="2000"/>
              <a:buNone/>
              <a:defRPr/>
            </a:lvl2pPr>
            <a:lvl3pPr lvl="2" algn="l">
              <a:lnSpc>
                <a:spcPct val="100000"/>
              </a:lnSpc>
              <a:spcBef>
                <a:spcPts val="0"/>
              </a:spcBef>
              <a:spcAft>
                <a:spcPts val="0"/>
              </a:spcAft>
              <a:buSzPts val="2000"/>
              <a:buNone/>
              <a:defRPr/>
            </a:lvl3pPr>
            <a:lvl4pPr lvl="3" algn="l">
              <a:lnSpc>
                <a:spcPct val="100000"/>
              </a:lnSpc>
              <a:spcBef>
                <a:spcPts val="0"/>
              </a:spcBef>
              <a:spcAft>
                <a:spcPts val="0"/>
              </a:spcAft>
              <a:buSzPts val="2000"/>
              <a:buNone/>
              <a:defRPr/>
            </a:lvl4pPr>
            <a:lvl5pPr lvl="4" algn="l">
              <a:lnSpc>
                <a:spcPct val="100000"/>
              </a:lnSpc>
              <a:spcBef>
                <a:spcPts val="0"/>
              </a:spcBef>
              <a:spcAft>
                <a:spcPts val="0"/>
              </a:spcAft>
              <a:buSzPts val="2000"/>
              <a:buNone/>
              <a:defRPr/>
            </a:lvl5pPr>
            <a:lvl6pPr lvl="5" algn="l">
              <a:lnSpc>
                <a:spcPct val="100000"/>
              </a:lnSpc>
              <a:spcBef>
                <a:spcPts val="0"/>
              </a:spcBef>
              <a:spcAft>
                <a:spcPts val="0"/>
              </a:spcAft>
              <a:buSzPts val="2000"/>
              <a:buNone/>
              <a:defRPr/>
            </a:lvl6pPr>
            <a:lvl7pPr lvl="6" algn="l">
              <a:lnSpc>
                <a:spcPct val="100000"/>
              </a:lnSpc>
              <a:spcBef>
                <a:spcPts val="0"/>
              </a:spcBef>
              <a:spcAft>
                <a:spcPts val="0"/>
              </a:spcAft>
              <a:buSzPts val="2000"/>
              <a:buNone/>
              <a:defRPr/>
            </a:lvl7pPr>
            <a:lvl8pPr lvl="7" algn="l">
              <a:lnSpc>
                <a:spcPct val="100000"/>
              </a:lnSpc>
              <a:spcBef>
                <a:spcPts val="0"/>
              </a:spcBef>
              <a:spcAft>
                <a:spcPts val="0"/>
              </a:spcAft>
              <a:buSzPts val="2000"/>
              <a:buNone/>
              <a:defRPr/>
            </a:lvl8pPr>
            <a:lvl9pPr lvl="8" algn="l">
              <a:lnSpc>
                <a:spcPct val="100000"/>
              </a:lnSpc>
              <a:spcBef>
                <a:spcPts val="0"/>
              </a:spcBef>
              <a:spcAft>
                <a:spcPts val="0"/>
              </a:spcAft>
              <a:buSzPts val="2000"/>
              <a:buNone/>
              <a:defRPr/>
            </a:lvl9pPr>
          </a:lstStyle>
          <a:p/>
        </p:txBody>
      </p:sp>
      <p:sp>
        <p:nvSpPr>
          <p:cNvPr id="236" name="Google Shape;236;p31"/>
          <p:cNvSpPr txBox="1"/>
          <p:nvPr>
            <p:ph idx="2" type="subTitle"/>
          </p:nvPr>
        </p:nvSpPr>
        <p:spPr>
          <a:xfrm>
            <a:off x="3628150" y="1790719"/>
            <a:ext cx="1889400" cy="10923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000"/>
              <a:buNone/>
              <a:defRPr/>
            </a:lvl1pPr>
            <a:lvl2pPr lvl="1" algn="l">
              <a:lnSpc>
                <a:spcPct val="100000"/>
              </a:lnSpc>
              <a:spcBef>
                <a:spcPts val="0"/>
              </a:spcBef>
              <a:spcAft>
                <a:spcPts val="0"/>
              </a:spcAft>
              <a:buSzPts val="2000"/>
              <a:buNone/>
              <a:defRPr/>
            </a:lvl2pPr>
            <a:lvl3pPr lvl="2" algn="l">
              <a:lnSpc>
                <a:spcPct val="100000"/>
              </a:lnSpc>
              <a:spcBef>
                <a:spcPts val="0"/>
              </a:spcBef>
              <a:spcAft>
                <a:spcPts val="0"/>
              </a:spcAft>
              <a:buSzPts val="2000"/>
              <a:buNone/>
              <a:defRPr/>
            </a:lvl3pPr>
            <a:lvl4pPr lvl="3" algn="l">
              <a:lnSpc>
                <a:spcPct val="100000"/>
              </a:lnSpc>
              <a:spcBef>
                <a:spcPts val="0"/>
              </a:spcBef>
              <a:spcAft>
                <a:spcPts val="0"/>
              </a:spcAft>
              <a:buSzPts val="2000"/>
              <a:buNone/>
              <a:defRPr/>
            </a:lvl4pPr>
            <a:lvl5pPr lvl="4" algn="l">
              <a:lnSpc>
                <a:spcPct val="100000"/>
              </a:lnSpc>
              <a:spcBef>
                <a:spcPts val="0"/>
              </a:spcBef>
              <a:spcAft>
                <a:spcPts val="0"/>
              </a:spcAft>
              <a:buSzPts val="2000"/>
              <a:buNone/>
              <a:defRPr/>
            </a:lvl5pPr>
            <a:lvl6pPr lvl="5" algn="l">
              <a:lnSpc>
                <a:spcPct val="100000"/>
              </a:lnSpc>
              <a:spcBef>
                <a:spcPts val="0"/>
              </a:spcBef>
              <a:spcAft>
                <a:spcPts val="0"/>
              </a:spcAft>
              <a:buSzPts val="2000"/>
              <a:buNone/>
              <a:defRPr/>
            </a:lvl6pPr>
            <a:lvl7pPr lvl="6" algn="l">
              <a:lnSpc>
                <a:spcPct val="100000"/>
              </a:lnSpc>
              <a:spcBef>
                <a:spcPts val="0"/>
              </a:spcBef>
              <a:spcAft>
                <a:spcPts val="0"/>
              </a:spcAft>
              <a:buSzPts val="2000"/>
              <a:buNone/>
              <a:defRPr/>
            </a:lvl7pPr>
            <a:lvl8pPr lvl="7" algn="l">
              <a:lnSpc>
                <a:spcPct val="100000"/>
              </a:lnSpc>
              <a:spcBef>
                <a:spcPts val="0"/>
              </a:spcBef>
              <a:spcAft>
                <a:spcPts val="0"/>
              </a:spcAft>
              <a:buSzPts val="2000"/>
              <a:buNone/>
              <a:defRPr/>
            </a:lvl8pPr>
            <a:lvl9pPr lvl="8" algn="l">
              <a:lnSpc>
                <a:spcPct val="100000"/>
              </a:lnSpc>
              <a:spcBef>
                <a:spcPts val="0"/>
              </a:spcBef>
              <a:spcAft>
                <a:spcPts val="0"/>
              </a:spcAft>
              <a:buSzPts val="2000"/>
              <a:buNone/>
              <a:defRPr/>
            </a:lvl9pPr>
          </a:lstStyle>
          <a:p/>
        </p:txBody>
      </p:sp>
      <p:sp>
        <p:nvSpPr>
          <p:cNvPr id="237" name="Google Shape;237;p31"/>
          <p:cNvSpPr txBox="1"/>
          <p:nvPr>
            <p:ph idx="3" type="subTitle"/>
          </p:nvPr>
        </p:nvSpPr>
        <p:spPr>
          <a:xfrm>
            <a:off x="5799500" y="1790719"/>
            <a:ext cx="1889400" cy="10923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000"/>
              <a:buNone/>
              <a:defRPr/>
            </a:lvl1pPr>
            <a:lvl2pPr lvl="1" algn="l">
              <a:lnSpc>
                <a:spcPct val="100000"/>
              </a:lnSpc>
              <a:spcBef>
                <a:spcPts val="0"/>
              </a:spcBef>
              <a:spcAft>
                <a:spcPts val="0"/>
              </a:spcAft>
              <a:buSzPts val="2000"/>
              <a:buNone/>
              <a:defRPr/>
            </a:lvl2pPr>
            <a:lvl3pPr lvl="2" algn="l">
              <a:lnSpc>
                <a:spcPct val="100000"/>
              </a:lnSpc>
              <a:spcBef>
                <a:spcPts val="0"/>
              </a:spcBef>
              <a:spcAft>
                <a:spcPts val="0"/>
              </a:spcAft>
              <a:buSzPts val="2000"/>
              <a:buNone/>
              <a:defRPr/>
            </a:lvl3pPr>
            <a:lvl4pPr lvl="3" algn="l">
              <a:lnSpc>
                <a:spcPct val="100000"/>
              </a:lnSpc>
              <a:spcBef>
                <a:spcPts val="0"/>
              </a:spcBef>
              <a:spcAft>
                <a:spcPts val="0"/>
              </a:spcAft>
              <a:buSzPts val="2000"/>
              <a:buNone/>
              <a:defRPr/>
            </a:lvl4pPr>
            <a:lvl5pPr lvl="4" algn="l">
              <a:lnSpc>
                <a:spcPct val="100000"/>
              </a:lnSpc>
              <a:spcBef>
                <a:spcPts val="0"/>
              </a:spcBef>
              <a:spcAft>
                <a:spcPts val="0"/>
              </a:spcAft>
              <a:buSzPts val="2000"/>
              <a:buNone/>
              <a:defRPr/>
            </a:lvl5pPr>
            <a:lvl6pPr lvl="5" algn="l">
              <a:lnSpc>
                <a:spcPct val="100000"/>
              </a:lnSpc>
              <a:spcBef>
                <a:spcPts val="0"/>
              </a:spcBef>
              <a:spcAft>
                <a:spcPts val="0"/>
              </a:spcAft>
              <a:buSzPts val="2000"/>
              <a:buNone/>
              <a:defRPr/>
            </a:lvl6pPr>
            <a:lvl7pPr lvl="6" algn="l">
              <a:lnSpc>
                <a:spcPct val="100000"/>
              </a:lnSpc>
              <a:spcBef>
                <a:spcPts val="0"/>
              </a:spcBef>
              <a:spcAft>
                <a:spcPts val="0"/>
              </a:spcAft>
              <a:buSzPts val="2000"/>
              <a:buNone/>
              <a:defRPr/>
            </a:lvl7pPr>
            <a:lvl8pPr lvl="7" algn="l">
              <a:lnSpc>
                <a:spcPct val="100000"/>
              </a:lnSpc>
              <a:spcBef>
                <a:spcPts val="0"/>
              </a:spcBef>
              <a:spcAft>
                <a:spcPts val="0"/>
              </a:spcAft>
              <a:buSzPts val="2000"/>
              <a:buNone/>
              <a:defRPr/>
            </a:lvl8pPr>
            <a:lvl9pPr lvl="8" algn="l">
              <a:lnSpc>
                <a:spcPct val="100000"/>
              </a:lnSpc>
              <a:spcBef>
                <a:spcPts val="0"/>
              </a:spcBef>
              <a:spcAft>
                <a:spcPts val="0"/>
              </a:spcAft>
              <a:buSzPts val="2000"/>
              <a:buNone/>
              <a:defRPr/>
            </a:lvl9pPr>
          </a:lstStyle>
          <a:p/>
        </p:txBody>
      </p:sp>
      <p:sp>
        <p:nvSpPr>
          <p:cNvPr id="238" name="Google Shape;238;p31"/>
          <p:cNvSpPr txBox="1"/>
          <p:nvPr>
            <p:ph idx="4" type="subTitle"/>
          </p:nvPr>
        </p:nvSpPr>
        <p:spPr>
          <a:xfrm>
            <a:off x="5799500" y="3234832"/>
            <a:ext cx="1889400" cy="10923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000"/>
              <a:buNone/>
              <a:defRPr/>
            </a:lvl1pPr>
            <a:lvl2pPr lvl="1" algn="l">
              <a:lnSpc>
                <a:spcPct val="100000"/>
              </a:lnSpc>
              <a:spcBef>
                <a:spcPts val="0"/>
              </a:spcBef>
              <a:spcAft>
                <a:spcPts val="0"/>
              </a:spcAft>
              <a:buSzPts val="2000"/>
              <a:buNone/>
              <a:defRPr/>
            </a:lvl2pPr>
            <a:lvl3pPr lvl="2" algn="l">
              <a:lnSpc>
                <a:spcPct val="100000"/>
              </a:lnSpc>
              <a:spcBef>
                <a:spcPts val="0"/>
              </a:spcBef>
              <a:spcAft>
                <a:spcPts val="0"/>
              </a:spcAft>
              <a:buSzPts val="2000"/>
              <a:buNone/>
              <a:defRPr/>
            </a:lvl3pPr>
            <a:lvl4pPr lvl="3" algn="l">
              <a:lnSpc>
                <a:spcPct val="100000"/>
              </a:lnSpc>
              <a:spcBef>
                <a:spcPts val="0"/>
              </a:spcBef>
              <a:spcAft>
                <a:spcPts val="0"/>
              </a:spcAft>
              <a:buSzPts val="2000"/>
              <a:buNone/>
              <a:defRPr/>
            </a:lvl4pPr>
            <a:lvl5pPr lvl="4" algn="l">
              <a:lnSpc>
                <a:spcPct val="100000"/>
              </a:lnSpc>
              <a:spcBef>
                <a:spcPts val="0"/>
              </a:spcBef>
              <a:spcAft>
                <a:spcPts val="0"/>
              </a:spcAft>
              <a:buSzPts val="2000"/>
              <a:buNone/>
              <a:defRPr/>
            </a:lvl5pPr>
            <a:lvl6pPr lvl="5" algn="l">
              <a:lnSpc>
                <a:spcPct val="100000"/>
              </a:lnSpc>
              <a:spcBef>
                <a:spcPts val="0"/>
              </a:spcBef>
              <a:spcAft>
                <a:spcPts val="0"/>
              </a:spcAft>
              <a:buSzPts val="2000"/>
              <a:buNone/>
              <a:defRPr/>
            </a:lvl6pPr>
            <a:lvl7pPr lvl="6" algn="l">
              <a:lnSpc>
                <a:spcPct val="100000"/>
              </a:lnSpc>
              <a:spcBef>
                <a:spcPts val="0"/>
              </a:spcBef>
              <a:spcAft>
                <a:spcPts val="0"/>
              </a:spcAft>
              <a:buSzPts val="2000"/>
              <a:buNone/>
              <a:defRPr/>
            </a:lvl7pPr>
            <a:lvl8pPr lvl="7" algn="l">
              <a:lnSpc>
                <a:spcPct val="100000"/>
              </a:lnSpc>
              <a:spcBef>
                <a:spcPts val="0"/>
              </a:spcBef>
              <a:spcAft>
                <a:spcPts val="0"/>
              </a:spcAft>
              <a:buSzPts val="2000"/>
              <a:buNone/>
              <a:defRPr/>
            </a:lvl8pPr>
            <a:lvl9pPr lvl="8" algn="l">
              <a:lnSpc>
                <a:spcPct val="100000"/>
              </a:lnSpc>
              <a:spcBef>
                <a:spcPts val="0"/>
              </a:spcBef>
              <a:spcAft>
                <a:spcPts val="0"/>
              </a:spcAft>
              <a:buSzPts val="2000"/>
              <a:buNone/>
              <a:defRPr/>
            </a:lvl9pPr>
          </a:lstStyle>
          <a:p/>
        </p:txBody>
      </p:sp>
      <p:cxnSp>
        <p:nvCxnSpPr>
          <p:cNvPr id="239" name="Google Shape;239;p31"/>
          <p:cNvCxnSpPr/>
          <p:nvPr/>
        </p:nvCxnSpPr>
        <p:spPr>
          <a:xfrm flipH="1" rot="10800000">
            <a:off x="225750" y="4678950"/>
            <a:ext cx="8692500" cy="5700"/>
          </a:xfrm>
          <a:prstGeom prst="straightConnector1">
            <a:avLst/>
          </a:prstGeom>
          <a:noFill/>
          <a:ln cap="flat" cmpd="sng" w="9525">
            <a:solidFill>
              <a:schemeClr val="dk1"/>
            </a:solidFill>
            <a:prstDash val="solid"/>
            <a:round/>
            <a:headEnd len="sm" w="sm" type="none"/>
            <a:tailEnd len="sm" w="sm" type="none"/>
          </a:ln>
        </p:spPr>
      </p:cxnSp>
      <p:sp>
        <p:nvSpPr>
          <p:cNvPr id="240" name="Google Shape;240;p31"/>
          <p:cNvSpPr txBox="1"/>
          <p:nvPr>
            <p:ph idx="5" type="subTitle"/>
          </p:nvPr>
        </p:nvSpPr>
        <p:spPr>
          <a:xfrm>
            <a:off x="1456800" y="3234832"/>
            <a:ext cx="1889400" cy="10923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000"/>
              <a:buNone/>
              <a:defRPr/>
            </a:lvl1pPr>
            <a:lvl2pPr lvl="1" algn="l">
              <a:lnSpc>
                <a:spcPct val="100000"/>
              </a:lnSpc>
              <a:spcBef>
                <a:spcPts val="0"/>
              </a:spcBef>
              <a:spcAft>
                <a:spcPts val="0"/>
              </a:spcAft>
              <a:buSzPts val="2000"/>
              <a:buNone/>
              <a:defRPr/>
            </a:lvl2pPr>
            <a:lvl3pPr lvl="2" algn="l">
              <a:lnSpc>
                <a:spcPct val="100000"/>
              </a:lnSpc>
              <a:spcBef>
                <a:spcPts val="0"/>
              </a:spcBef>
              <a:spcAft>
                <a:spcPts val="0"/>
              </a:spcAft>
              <a:buSzPts val="2000"/>
              <a:buNone/>
              <a:defRPr/>
            </a:lvl3pPr>
            <a:lvl4pPr lvl="3" algn="l">
              <a:lnSpc>
                <a:spcPct val="100000"/>
              </a:lnSpc>
              <a:spcBef>
                <a:spcPts val="0"/>
              </a:spcBef>
              <a:spcAft>
                <a:spcPts val="0"/>
              </a:spcAft>
              <a:buSzPts val="2000"/>
              <a:buNone/>
              <a:defRPr/>
            </a:lvl4pPr>
            <a:lvl5pPr lvl="4" algn="l">
              <a:lnSpc>
                <a:spcPct val="100000"/>
              </a:lnSpc>
              <a:spcBef>
                <a:spcPts val="0"/>
              </a:spcBef>
              <a:spcAft>
                <a:spcPts val="0"/>
              </a:spcAft>
              <a:buSzPts val="2000"/>
              <a:buNone/>
              <a:defRPr/>
            </a:lvl5pPr>
            <a:lvl6pPr lvl="5" algn="l">
              <a:lnSpc>
                <a:spcPct val="100000"/>
              </a:lnSpc>
              <a:spcBef>
                <a:spcPts val="0"/>
              </a:spcBef>
              <a:spcAft>
                <a:spcPts val="0"/>
              </a:spcAft>
              <a:buSzPts val="2000"/>
              <a:buNone/>
              <a:defRPr/>
            </a:lvl6pPr>
            <a:lvl7pPr lvl="6" algn="l">
              <a:lnSpc>
                <a:spcPct val="100000"/>
              </a:lnSpc>
              <a:spcBef>
                <a:spcPts val="0"/>
              </a:spcBef>
              <a:spcAft>
                <a:spcPts val="0"/>
              </a:spcAft>
              <a:buSzPts val="2000"/>
              <a:buNone/>
              <a:defRPr/>
            </a:lvl7pPr>
            <a:lvl8pPr lvl="7" algn="l">
              <a:lnSpc>
                <a:spcPct val="100000"/>
              </a:lnSpc>
              <a:spcBef>
                <a:spcPts val="0"/>
              </a:spcBef>
              <a:spcAft>
                <a:spcPts val="0"/>
              </a:spcAft>
              <a:buSzPts val="2000"/>
              <a:buNone/>
              <a:defRPr/>
            </a:lvl8pPr>
            <a:lvl9pPr lvl="8" algn="l">
              <a:lnSpc>
                <a:spcPct val="100000"/>
              </a:lnSpc>
              <a:spcBef>
                <a:spcPts val="0"/>
              </a:spcBef>
              <a:spcAft>
                <a:spcPts val="0"/>
              </a:spcAft>
              <a:buSzPts val="2000"/>
              <a:buNone/>
              <a:defRPr/>
            </a:lvl9pPr>
          </a:lstStyle>
          <a:p/>
        </p:txBody>
      </p:sp>
      <p:sp>
        <p:nvSpPr>
          <p:cNvPr id="241" name="Google Shape;241;p31"/>
          <p:cNvSpPr txBox="1"/>
          <p:nvPr>
            <p:ph idx="6" type="subTitle"/>
          </p:nvPr>
        </p:nvSpPr>
        <p:spPr>
          <a:xfrm>
            <a:off x="3628150" y="3234832"/>
            <a:ext cx="1889400" cy="10923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000"/>
              <a:buNone/>
              <a:defRPr/>
            </a:lvl1pPr>
            <a:lvl2pPr lvl="1" algn="l">
              <a:lnSpc>
                <a:spcPct val="100000"/>
              </a:lnSpc>
              <a:spcBef>
                <a:spcPts val="0"/>
              </a:spcBef>
              <a:spcAft>
                <a:spcPts val="0"/>
              </a:spcAft>
              <a:buSzPts val="2000"/>
              <a:buNone/>
              <a:defRPr/>
            </a:lvl2pPr>
            <a:lvl3pPr lvl="2" algn="l">
              <a:lnSpc>
                <a:spcPct val="100000"/>
              </a:lnSpc>
              <a:spcBef>
                <a:spcPts val="0"/>
              </a:spcBef>
              <a:spcAft>
                <a:spcPts val="0"/>
              </a:spcAft>
              <a:buSzPts val="2000"/>
              <a:buNone/>
              <a:defRPr/>
            </a:lvl3pPr>
            <a:lvl4pPr lvl="3" algn="l">
              <a:lnSpc>
                <a:spcPct val="100000"/>
              </a:lnSpc>
              <a:spcBef>
                <a:spcPts val="0"/>
              </a:spcBef>
              <a:spcAft>
                <a:spcPts val="0"/>
              </a:spcAft>
              <a:buSzPts val="2000"/>
              <a:buNone/>
              <a:defRPr/>
            </a:lvl4pPr>
            <a:lvl5pPr lvl="4" algn="l">
              <a:lnSpc>
                <a:spcPct val="100000"/>
              </a:lnSpc>
              <a:spcBef>
                <a:spcPts val="0"/>
              </a:spcBef>
              <a:spcAft>
                <a:spcPts val="0"/>
              </a:spcAft>
              <a:buSzPts val="2000"/>
              <a:buNone/>
              <a:defRPr/>
            </a:lvl5pPr>
            <a:lvl6pPr lvl="5" algn="l">
              <a:lnSpc>
                <a:spcPct val="100000"/>
              </a:lnSpc>
              <a:spcBef>
                <a:spcPts val="0"/>
              </a:spcBef>
              <a:spcAft>
                <a:spcPts val="0"/>
              </a:spcAft>
              <a:buSzPts val="2000"/>
              <a:buNone/>
              <a:defRPr/>
            </a:lvl6pPr>
            <a:lvl7pPr lvl="6" algn="l">
              <a:lnSpc>
                <a:spcPct val="100000"/>
              </a:lnSpc>
              <a:spcBef>
                <a:spcPts val="0"/>
              </a:spcBef>
              <a:spcAft>
                <a:spcPts val="0"/>
              </a:spcAft>
              <a:buSzPts val="2000"/>
              <a:buNone/>
              <a:defRPr/>
            </a:lvl7pPr>
            <a:lvl8pPr lvl="7" algn="l">
              <a:lnSpc>
                <a:spcPct val="100000"/>
              </a:lnSpc>
              <a:spcBef>
                <a:spcPts val="0"/>
              </a:spcBef>
              <a:spcAft>
                <a:spcPts val="0"/>
              </a:spcAft>
              <a:buSzPts val="2000"/>
              <a:buNone/>
              <a:defRPr/>
            </a:lvl8pPr>
            <a:lvl9pPr lvl="8" algn="l">
              <a:lnSpc>
                <a:spcPct val="100000"/>
              </a:lnSpc>
              <a:spcBef>
                <a:spcPts val="0"/>
              </a:spcBef>
              <a:spcAft>
                <a:spcPts val="0"/>
              </a:spcAft>
              <a:buSzPts val="2000"/>
              <a:buNone/>
              <a:defRPr/>
            </a:lvl9pPr>
          </a:lstStyle>
          <a:p/>
        </p:txBody>
      </p:sp>
      <p:sp>
        <p:nvSpPr>
          <p:cNvPr id="242" name="Google Shape;242;p31"/>
          <p:cNvSpPr txBox="1"/>
          <p:nvPr>
            <p:ph type="title"/>
          </p:nvPr>
        </p:nvSpPr>
        <p:spPr>
          <a:xfrm>
            <a:off x="229450" y="332175"/>
            <a:ext cx="8686800" cy="8745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4500"/>
              <a:buNone/>
              <a:defRPr sz="4500"/>
            </a:lvl1pPr>
            <a:lvl2pPr lvl="1" algn="l">
              <a:lnSpc>
                <a:spcPct val="100000"/>
              </a:lnSpc>
              <a:spcBef>
                <a:spcPts val="0"/>
              </a:spcBef>
              <a:spcAft>
                <a:spcPts val="0"/>
              </a:spcAft>
              <a:buSzPts val="4500"/>
              <a:buNone/>
              <a:defRPr sz="4500"/>
            </a:lvl2pPr>
            <a:lvl3pPr lvl="2" algn="l">
              <a:lnSpc>
                <a:spcPct val="100000"/>
              </a:lnSpc>
              <a:spcBef>
                <a:spcPts val="0"/>
              </a:spcBef>
              <a:spcAft>
                <a:spcPts val="0"/>
              </a:spcAft>
              <a:buSzPts val="4500"/>
              <a:buNone/>
              <a:defRPr sz="4500"/>
            </a:lvl3pPr>
            <a:lvl4pPr lvl="3" algn="l">
              <a:lnSpc>
                <a:spcPct val="100000"/>
              </a:lnSpc>
              <a:spcBef>
                <a:spcPts val="0"/>
              </a:spcBef>
              <a:spcAft>
                <a:spcPts val="0"/>
              </a:spcAft>
              <a:buSzPts val="4500"/>
              <a:buNone/>
              <a:defRPr sz="4500"/>
            </a:lvl4pPr>
            <a:lvl5pPr lvl="4" algn="l">
              <a:lnSpc>
                <a:spcPct val="100000"/>
              </a:lnSpc>
              <a:spcBef>
                <a:spcPts val="0"/>
              </a:spcBef>
              <a:spcAft>
                <a:spcPts val="0"/>
              </a:spcAft>
              <a:buSzPts val="4500"/>
              <a:buNone/>
              <a:defRPr sz="4500"/>
            </a:lvl5pPr>
            <a:lvl6pPr lvl="5" algn="l">
              <a:lnSpc>
                <a:spcPct val="100000"/>
              </a:lnSpc>
              <a:spcBef>
                <a:spcPts val="0"/>
              </a:spcBef>
              <a:spcAft>
                <a:spcPts val="0"/>
              </a:spcAft>
              <a:buSzPts val="4500"/>
              <a:buNone/>
              <a:defRPr sz="4500"/>
            </a:lvl6pPr>
            <a:lvl7pPr lvl="6" algn="l">
              <a:lnSpc>
                <a:spcPct val="100000"/>
              </a:lnSpc>
              <a:spcBef>
                <a:spcPts val="0"/>
              </a:spcBef>
              <a:spcAft>
                <a:spcPts val="0"/>
              </a:spcAft>
              <a:buSzPts val="4500"/>
              <a:buNone/>
              <a:defRPr sz="4500"/>
            </a:lvl7pPr>
            <a:lvl8pPr lvl="7" algn="l">
              <a:lnSpc>
                <a:spcPct val="100000"/>
              </a:lnSpc>
              <a:spcBef>
                <a:spcPts val="0"/>
              </a:spcBef>
              <a:spcAft>
                <a:spcPts val="0"/>
              </a:spcAft>
              <a:buSzPts val="4500"/>
              <a:buNone/>
              <a:defRPr sz="4500"/>
            </a:lvl8pPr>
            <a:lvl9pPr lvl="8" algn="l">
              <a:lnSpc>
                <a:spcPct val="100000"/>
              </a:lnSpc>
              <a:spcBef>
                <a:spcPts val="0"/>
              </a:spcBef>
              <a:spcAft>
                <a:spcPts val="0"/>
              </a:spcAft>
              <a:buSzPts val="4500"/>
              <a:buNone/>
              <a:defRPr sz="4500"/>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main point">
  <p:cSld name="CUSTOM_10">
    <p:bg>
      <p:bgPr>
        <a:solidFill>
          <a:schemeClr val="dk1"/>
        </a:solidFill>
      </p:bgPr>
    </p:bg>
    <p:spTree>
      <p:nvGrpSpPr>
        <p:cNvPr id="243" name="Shape 243"/>
        <p:cNvGrpSpPr/>
        <p:nvPr/>
      </p:nvGrpSpPr>
      <p:grpSpPr>
        <a:xfrm>
          <a:off x="0" y="0"/>
          <a:ext cx="0" cy="0"/>
          <a:chOff x="0" y="0"/>
          <a:chExt cx="0" cy="0"/>
        </a:xfrm>
      </p:grpSpPr>
      <p:sp>
        <p:nvSpPr>
          <p:cNvPr id="244" name="Google Shape;244;p32"/>
          <p:cNvSpPr txBox="1"/>
          <p:nvPr>
            <p:ph type="title"/>
          </p:nvPr>
        </p:nvSpPr>
        <p:spPr>
          <a:xfrm>
            <a:off x="225750" y="369625"/>
            <a:ext cx="8692500" cy="43149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Clr>
                <a:schemeClr val="lt1"/>
              </a:buClr>
              <a:buSzPts val="3600"/>
              <a:buNone/>
              <a:defRPr>
                <a:solidFill>
                  <a:schemeClr val="lt1"/>
                </a:solidFill>
              </a:defRPr>
            </a:lvl1pPr>
            <a:lvl2pPr lvl="1" algn="l">
              <a:lnSpc>
                <a:spcPct val="100000"/>
              </a:lnSpc>
              <a:spcBef>
                <a:spcPts val="0"/>
              </a:spcBef>
              <a:spcAft>
                <a:spcPts val="0"/>
              </a:spcAft>
              <a:buClr>
                <a:schemeClr val="lt1"/>
              </a:buClr>
              <a:buSzPts val="2800"/>
              <a:buNone/>
              <a:defRPr>
                <a:solidFill>
                  <a:schemeClr val="lt1"/>
                </a:solidFill>
              </a:defRPr>
            </a:lvl2pPr>
            <a:lvl3pPr lvl="2" algn="l">
              <a:lnSpc>
                <a:spcPct val="100000"/>
              </a:lnSpc>
              <a:spcBef>
                <a:spcPts val="0"/>
              </a:spcBef>
              <a:spcAft>
                <a:spcPts val="0"/>
              </a:spcAft>
              <a:buClr>
                <a:schemeClr val="lt1"/>
              </a:buClr>
              <a:buSzPts val="2800"/>
              <a:buNone/>
              <a:defRPr>
                <a:solidFill>
                  <a:schemeClr val="lt1"/>
                </a:solidFill>
              </a:defRPr>
            </a:lvl3pPr>
            <a:lvl4pPr lvl="3" algn="l">
              <a:lnSpc>
                <a:spcPct val="100000"/>
              </a:lnSpc>
              <a:spcBef>
                <a:spcPts val="0"/>
              </a:spcBef>
              <a:spcAft>
                <a:spcPts val="0"/>
              </a:spcAft>
              <a:buClr>
                <a:schemeClr val="lt1"/>
              </a:buClr>
              <a:buSzPts val="2800"/>
              <a:buNone/>
              <a:defRPr>
                <a:solidFill>
                  <a:schemeClr val="lt1"/>
                </a:solidFill>
              </a:defRPr>
            </a:lvl4pPr>
            <a:lvl5pPr lvl="4" algn="l">
              <a:lnSpc>
                <a:spcPct val="100000"/>
              </a:lnSpc>
              <a:spcBef>
                <a:spcPts val="0"/>
              </a:spcBef>
              <a:spcAft>
                <a:spcPts val="0"/>
              </a:spcAft>
              <a:buClr>
                <a:schemeClr val="lt1"/>
              </a:buClr>
              <a:buSzPts val="2800"/>
              <a:buNone/>
              <a:defRPr>
                <a:solidFill>
                  <a:schemeClr val="lt1"/>
                </a:solidFill>
              </a:defRPr>
            </a:lvl5pPr>
            <a:lvl6pPr lvl="5" algn="l">
              <a:lnSpc>
                <a:spcPct val="100000"/>
              </a:lnSpc>
              <a:spcBef>
                <a:spcPts val="0"/>
              </a:spcBef>
              <a:spcAft>
                <a:spcPts val="0"/>
              </a:spcAft>
              <a:buClr>
                <a:schemeClr val="lt1"/>
              </a:buClr>
              <a:buSzPts val="2800"/>
              <a:buNone/>
              <a:defRPr>
                <a:solidFill>
                  <a:schemeClr val="lt1"/>
                </a:solidFill>
              </a:defRPr>
            </a:lvl6pPr>
            <a:lvl7pPr lvl="6" algn="l">
              <a:lnSpc>
                <a:spcPct val="100000"/>
              </a:lnSpc>
              <a:spcBef>
                <a:spcPts val="0"/>
              </a:spcBef>
              <a:spcAft>
                <a:spcPts val="0"/>
              </a:spcAft>
              <a:buClr>
                <a:schemeClr val="lt1"/>
              </a:buClr>
              <a:buSzPts val="2800"/>
              <a:buNone/>
              <a:defRPr>
                <a:solidFill>
                  <a:schemeClr val="lt1"/>
                </a:solidFill>
              </a:defRPr>
            </a:lvl7pPr>
            <a:lvl8pPr lvl="7" algn="l">
              <a:lnSpc>
                <a:spcPct val="100000"/>
              </a:lnSpc>
              <a:spcBef>
                <a:spcPts val="0"/>
              </a:spcBef>
              <a:spcAft>
                <a:spcPts val="0"/>
              </a:spcAft>
              <a:buClr>
                <a:schemeClr val="lt1"/>
              </a:buClr>
              <a:buSzPts val="2800"/>
              <a:buNone/>
              <a:defRPr>
                <a:solidFill>
                  <a:schemeClr val="lt1"/>
                </a:solidFill>
              </a:defRPr>
            </a:lvl8pPr>
            <a:lvl9pPr lvl="8" algn="l">
              <a:lnSpc>
                <a:spcPct val="100000"/>
              </a:lnSpc>
              <a:spcBef>
                <a:spcPts val="0"/>
              </a:spcBef>
              <a:spcAft>
                <a:spcPts val="0"/>
              </a:spcAft>
              <a:buClr>
                <a:schemeClr val="lt1"/>
              </a:buClr>
              <a:buSzPts val="2800"/>
              <a:buNone/>
              <a:defRPr>
                <a:solidFill>
                  <a:schemeClr val="lt1"/>
                </a:solidFill>
              </a:defRPr>
            </a:lvl9pPr>
          </a:lstStyle>
          <a:p/>
        </p:txBody>
      </p:sp>
      <p:sp>
        <p:nvSpPr>
          <p:cNvPr id="245" name="Google Shape;245;p32"/>
          <p:cNvSpPr txBox="1"/>
          <p:nvPr>
            <p:ph idx="2"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6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46" name="Google Shape;246;p32"/>
          <p:cNvSpPr txBox="1"/>
          <p:nvPr>
            <p:ph idx="12" type="sldNum"/>
          </p:nvPr>
        </p:nvSpPr>
        <p:spPr>
          <a:xfrm>
            <a:off x="7426775" y="4679000"/>
            <a:ext cx="1502400" cy="3243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Gowun Batang"/>
                <a:ea typeface="Gowun Batang"/>
                <a:cs typeface="Gowun Batang"/>
                <a:sym typeface="Gowun Batang"/>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Gowun Batang"/>
                <a:ea typeface="Gowun Batang"/>
                <a:cs typeface="Gowun Batang"/>
                <a:sym typeface="Gowun Batang"/>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Gowun Batang"/>
                <a:ea typeface="Gowun Batang"/>
                <a:cs typeface="Gowun Batang"/>
                <a:sym typeface="Gowun Batang"/>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Gowun Batang"/>
                <a:ea typeface="Gowun Batang"/>
                <a:cs typeface="Gowun Batang"/>
                <a:sym typeface="Gowun Batang"/>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Gowun Batang"/>
                <a:ea typeface="Gowun Batang"/>
                <a:cs typeface="Gowun Batang"/>
                <a:sym typeface="Gowun Batang"/>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Gowun Batang"/>
                <a:ea typeface="Gowun Batang"/>
                <a:cs typeface="Gowun Batang"/>
                <a:sym typeface="Gowun Batang"/>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Gowun Batang"/>
                <a:ea typeface="Gowun Batang"/>
                <a:cs typeface="Gowun Batang"/>
                <a:sym typeface="Gowun Batang"/>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Gowun Batang"/>
                <a:ea typeface="Gowun Batang"/>
                <a:cs typeface="Gowun Batang"/>
                <a:sym typeface="Gowun Batang"/>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Gowun Batang"/>
                <a:ea typeface="Gowun Batang"/>
                <a:cs typeface="Gowun Batang"/>
                <a:sym typeface="Gowun Batang"/>
              </a:defRPr>
            </a:lvl9pPr>
          </a:lstStyle>
          <a:p>
            <a:pPr indent="0" lvl="0" marL="0" rtl="0" algn="r">
              <a:spcBef>
                <a:spcPts val="0"/>
              </a:spcBef>
              <a:spcAft>
                <a:spcPts val="0"/>
              </a:spcAft>
              <a:buNone/>
            </a:pPr>
            <a:fld id="{00000000-1234-1234-1234-123412341234}" type="slidenum">
              <a:rPr lang="en"/>
              <a:t>‹#›</a:t>
            </a:fld>
            <a:endParaRPr/>
          </a:p>
        </p:txBody>
      </p:sp>
      <p:cxnSp>
        <p:nvCxnSpPr>
          <p:cNvPr id="247" name="Google Shape;247;p32"/>
          <p:cNvCxnSpPr/>
          <p:nvPr/>
        </p:nvCxnSpPr>
        <p:spPr>
          <a:xfrm flipH="1" rot="10800000">
            <a:off x="225750" y="4678950"/>
            <a:ext cx="8692500" cy="5700"/>
          </a:xfrm>
          <a:prstGeom prst="straightConnector1">
            <a:avLst/>
          </a:prstGeom>
          <a:noFill/>
          <a:ln cap="flat" cmpd="sng" w="9525">
            <a:solidFill>
              <a:schemeClr val="lt1"/>
            </a:solidFill>
            <a:prstDash val="solid"/>
            <a:round/>
            <a:headEnd len="sm" w="sm" type="none"/>
            <a:tailEnd len="sm" w="sm" type="none"/>
          </a:ln>
        </p:spPr>
      </p:cxn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CUSTOM_7_1">
    <p:spTree>
      <p:nvGrpSpPr>
        <p:cNvPr id="248" name="Shape 248"/>
        <p:cNvGrpSpPr/>
        <p:nvPr/>
      </p:nvGrpSpPr>
      <p:grpSpPr>
        <a:xfrm>
          <a:off x="0" y="0"/>
          <a:ext cx="0" cy="0"/>
          <a:chOff x="0" y="0"/>
          <a:chExt cx="0" cy="0"/>
        </a:xfrm>
      </p:grpSpPr>
      <p:sp>
        <p:nvSpPr>
          <p:cNvPr id="249" name="Google Shape;249;p33"/>
          <p:cNvSpPr txBox="1"/>
          <p:nvPr>
            <p:ph idx="12" type="sldNum"/>
          </p:nvPr>
        </p:nvSpPr>
        <p:spPr>
          <a:xfrm>
            <a:off x="7426775" y="4679000"/>
            <a:ext cx="1502400" cy="3243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9pPr>
          </a:lstStyle>
          <a:p>
            <a:pPr indent="0" lvl="0" marL="0" rtl="0" algn="r">
              <a:spcBef>
                <a:spcPts val="0"/>
              </a:spcBef>
              <a:spcAft>
                <a:spcPts val="0"/>
              </a:spcAft>
              <a:buNone/>
            </a:pPr>
            <a:fld id="{00000000-1234-1234-1234-123412341234}" type="slidenum">
              <a:rPr lang="en"/>
              <a:t>‹#›</a:t>
            </a:fld>
            <a:endParaRPr/>
          </a:p>
        </p:txBody>
      </p:sp>
      <p:sp>
        <p:nvSpPr>
          <p:cNvPr id="250" name="Google Shape;250;p33"/>
          <p:cNvSpPr/>
          <p:nvPr/>
        </p:nvSpPr>
        <p:spPr>
          <a:xfrm>
            <a:off x="7005675" y="789050"/>
            <a:ext cx="1582800" cy="15828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1" name="Google Shape;251;p33"/>
          <p:cNvSpPr txBox="1"/>
          <p:nvPr>
            <p:ph type="title"/>
          </p:nvPr>
        </p:nvSpPr>
        <p:spPr>
          <a:xfrm>
            <a:off x="228600" y="665825"/>
            <a:ext cx="5753400" cy="22860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6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52" name="Google Shape;252;p33"/>
          <p:cNvSpPr/>
          <p:nvPr>
            <p:ph idx="2" type="pic"/>
          </p:nvPr>
        </p:nvSpPr>
        <p:spPr>
          <a:xfrm>
            <a:off x="6777063" y="1017650"/>
            <a:ext cx="1582800" cy="1582800"/>
          </a:xfrm>
          <a:prstGeom prst="rect">
            <a:avLst/>
          </a:prstGeom>
          <a:noFill/>
          <a:ln>
            <a:noFill/>
          </a:ln>
        </p:spPr>
      </p:sp>
      <p:cxnSp>
        <p:nvCxnSpPr>
          <p:cNvPr id="253" name="Google Shape;253;p33"/>
          <p:cNvCxnSpPr/>
          <p:nvPr/>
        </p:nvCxnSpPr>
        <p:spPr>
          <a:xfrm flipH="1" rot="10800000">
            <a:off x="225750" y="4678950"/>
            <a:ext cx="8692500" cy="5700"/>
          </a:xfrm>
          <a:prstGeom prst="straightConnector1">
            <a:avLst/>
          </a:prstGeom>
          <a:noFill/>
          <a:ln cap="flat" cmpd="sng" w="9525">
            <a:solidFill>
              <a:schemeClr val="dk1"/>
            </a:solidFill>
            <a:prstDash val="solid"/>
            <a:round/>
            <a:headEnd len="sm" w="sm" type="none"/>
            <a:tailEnd len="sm" w="sm" type="none"/>
          </a:ln>
        </p:spPr>
      </p:cxn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CUSTOM_8_1">
    <p:spTree>
      <p:nvGrpSpPr>
        <p:cNvPr id="254" name="Shape 254"/>
        <p:cNvGrpSpPr/>
        <p:nvPr/>
      </p:nvGrpSpPr>
      <p:grpSpPr>
        <a:xfrm>
          <a:off x="0" y="0"/>
          <a:ext cx="0" cy="0"/>
          <a:chOff x="0" y="0"/>
          <a:chExt cx="0" cy="0"/>
        </a:xfrm>
      </p:grpSpPr>
      <p:sp>
        <p:nvSpPr>
          <p:cNvPr id="255" name="Google Shape;255;p34"/>
          <p:cNvSpPr txBox="1"/>
          <p:nvPr>
            <p:ph idx="12" type="sldNum"/>
          </p:nvPr>
        </p:nvSpPr>
        <p:spPr>
          <a:xfrm>
            <a:off x="7426775" y="4679000"/>
            <a:ext cx="1502400" cy="3243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9pPr>
          </a:lstStyle>
          <a:p>
            <a:pPr indent="0" lvl="0" marL="0" rtl="0" algn="r">
              <a:spcBef>
                <a:spcPts val="0"/>
              </a:spcBef>
              <a:spcAft>
                <a:spcPts val="0"/>
              </a:spcAft>
              <a:buNone/>
            </a:pPr>
            <a:fld id="{00000000-1234-1234-1234-123412341234}" type="slidenum">
              <a:rPr lang="en"/>
              <a:t>‹#›</a:t>
            </a:fld>
            <a:endParaRPr/>
          </a:p>
        </p:txBody>
      </p:sp>
      <p:cxnSp>
        <p:nvCxnSpPr>
          <p:cNvPr id="256" name="Google Shape;256;p34"/>
          <p:cNvCxnSpPr/>
          <p:nvPr/>
        </p:nvCxnSpPr>
        <p:spPr>
          <a:xfrm flipH="1" rot="10800000">
            <a:off x="225750" y="4678950"/>
            <a:ext cx="8692500" cy="5700"/>
          </a:xfrm>
          <a:prstGeom prst="straightConnector1">
            <a:avLst/>
          </a:prstGeom>
          <a:noFill/>
          <a:ln cap="flat" cmpd="sng" w="9525">
            <a:solidFill>
              <a:schemeClr val="dk1"/>
            </a:solidFill>
            <a:prstDash val="solid"/>
            <a:round/>
            <a:headEnd len="sm" w="sm" type="none"/>
            <a:tailEnd len="sm" w="sm" type="none"/>
          </a:ln>
        </p:spPr>
      </p:cxnSp>
      <p:sp>
        <p:nvSpPr>
          <p:cNvPr id="257" name="Google Shape;257;p34"/>
          <p:cNvSpPr txBox="1"/>
          <p:nvPr>
            <p:ph type="title"/>
          </p:nvPr>
        </p:nvSpPr>
        <p:spPr>
          <a:xfrm>
            <a:off x="229450" y="332175"/>
            <a:ext cx="8686800" cy="8745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4500"/>
              <a:buNone/>
              <a:defRPr sz="4500"/>
            </a:lvl1pPr>
            <a:lvl2pPr lvl="1" algn="l">
              <a:lnSpc>
                <a:spcPct val="100000"/>
              </a:lnSpc>
              <a:spcBef>
                <a:spcPts val="0"/>
              </a:spcBef>
              <a:spcAft>
                <a:spcPts val="0"/>
              </a:spcAft>
              <a:buSzPts val="4500"/>
              <a:buNone/>
              <a:defRPr sz="4500"/>
            </a:lvl2pPr>
            <a:lvl3pPr lvl="2" algn="l">
              <a:lnSpc>
                <a:spcPct val="100000"/>
              </a:lnSpc>
              <a:spcBef>
                <a:spcPts val="0"/>
              </a:spcBef>
              <a:spcAft>
                <a:spcPts val="0"/>
              </a:spcAft>
              <a:buSzPts val="4500"/>
              <a:buNone/>
              <a:defRPr sz="4500"/>
            </a:lvl3pPr>
            <a:lvl4pPr lvl="3" algn="l">
              <a:lnSpc>
                <a:spcPct val="100000"/>
              </a:lnSpc>
              <a:spcBef>
                <a:spcPts val="0"/>
              </a:spcBef>
              <a:spcAft>
                <a:spcPts val="0"/>
              </a:spcAft>
              <a:buSzPts val="4500"/>
              <a:buNone/>
              <a:defRPr sz="4500"/>
            </a:lvl4pPr>
            <a:lvl5pPr lvl="4" algn="l">
              <a:lnSpc>
                <a:spcPct val="100000"/>
              </a:lnSpc>
              <a:spcBef>
                <a:spcPts val="0"/>
              </a:spcBef>
              <a:spcAft>
                <a:spcPts val="0"/>
              </a:spcAft>
              <a:buSzPts val="4500"/>
              <a:buNone/>
              <a:defRPr sz="4500"/>
            </a:lvl5pPr>
            <a:lvl6pPr lvl="5" algn="l">
              <a:lnSpc>
                <a:spcPct val="100000"/>
              </a:lnSpc>
              <a:spcBef>
                <a:spcPts val="0"/>
              </a:spcBef>
              <a:spcAft>
                <a:spcPts val="0"/>
              </a:spcAft>
              <a:buSzPts val="4500"/>
              <a:buNone/>
              <a:defRPr sz="4500"/>
            </a:lvl6pPr>
            <a:lvl7pPr lvl="6" algn="l">
              <a:lnSpc>
                <a:spcPct val="100000"/>
              </a:lnSpc>
              <a:spcBef>
                <a:spcPts val="0"/>
              </a:spcBef>
              <a:spcAft>
                <a:spcPts val="0"/>
              </a:spcAft>
              <a:buSzPts val="4500"/>
              <a:buNone/>
              <a:defRPr sz="4500"/>
            </a:lvl7pPr>
            <a:lvl8pPr lvl="7" algn="l">
              <a:lnSpc>
                <a:spcPct val="100000"/>
              </a:lnSpc>
              <a:spcBef>
                <a:spcPts val="0"/>
              </a:spcBef>
              <a:spcAft>
                <a:spcPts val="0"/>
              </a:spcAft>
              <a:buSzPts val="4500"/>
              <a:buNone/>
              <a:defRPr sz="4500"/>
            </a:lvl8pPr>
            <a:lvl9pPr lvl="8" algn="l">
              <a:lnSpc>
                <a:spcPct val="100000"/>
              </a:lnSpc>
              <a:spcBef>
                <a:spcPts val="0"/>
              </a:spcBef>
              <a:spcAft>
                <a:spcPts val="0"/>
              </a:spcAft>
              <a:buSzPts val="4500"/>
              <a:buNone/>
              <a:defRPr sz="4500"/>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CUSTOM_8_1_1">
    <p:spTree>
      <p:nvGrpSpPr>
        <p:cNvPr id="258" name="Shape 258"/>
        <p:cNvGrpSpPr/>
        <p:nvPr/>
      </p:nvGrpSpPr>
      <p:grpSpPr>
        <a:xfrm>
          <a:off x="0" y="0"/>
          <a:ext cx="0" cy="0"/>
          <a:chOff x="0" y="0"/>
          <a:chExt cx="0" cy="0"/>
        </a:xfrm>
      </p:grpSpPr>
      <p:sp>
        <p:nvSpPr>
          <p:cNvPr id="259" name="Google Shape;259;p35"/>
          <p:cNvSpPr txBox="1"/>
          <p:nvPr>
            <p:ph idx="12" type="sldNum"/>
          </p:nvPr>
        </p:nvSpPr>
        <p:spPr>
          <a:xfrm>
            <a:off x="7426775" y="4679000"/>
            <a:ext cx="1502400" cy="3243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9pPr>
          </a:lstStyle>
          <a:p>
            <a:pPr indent="0" lvl="0" marL="0" rtl="0" algn="r">
              <a:spcBef>
                <a:spcPts val="0"/>
              </a:spcBef>
              <a:spcAft>
                <a:spcPts val="0"/>
              </a:spcAft>
              <a:buNone/>
            </a:pPr>
            <a:fld id="{00000000-1234-1234-1234-123412341234}" type="slidenum">
              <a:rPr lang="en"/>
              <a:t>‹#›</a:t>
            </a:fld>
            <a:endParaRPr/>
          </a:p>
        </p:txBody>
      </p:sp>
      <p:cxnSp>
        <p:nvCxnSpPr>
          <p:cNvPr id="260" name="Google Shape;260;p35"/>
          <p:cNvCxnSpPr/>
          <p:nvPr/>
        </p:nvCxnSpPr>
        <p:spPr>
          <a:xfrm flipH="1" rot="10800000">
            <a:off x="225750" y="4678950"/>
            <a:ext cx="8692500" cy="5700"/>
          </a:xfrm>
          <a:prstGeom prst="straightConnector1">
            <a:avLst/>
          </a:prstGeom>
          <a:noFill/>
          <a:ln cap="flat" cmpd="sng" w="9525">
            <a:solidFill>
              <a:schemeClr val="dk1"/>
            </a:solidFill>
            <a:prstDash val="solid"/>
            <a:round/>
            <a:headEnd len="sm" w="sm" type="none"/>
            <a:tailEnd len="sm" w="sm" type="none"/>
          </a:ln>
        </p:spPr>
      </p:cxnSp>
      <p:sp>
        <p:nvSpPr>
          <p:cNvPr id="261" name="Google Shape;261;p35"/>
          <p:cNvSpPr txBox="1"/>
          <p:nvPr>
            <p:ph type="title"/>
          </p:nvPr>
        </p:nvSpPr>
        <p:spPr>
          <a:xfrm>
            <a:off x="228600" y="2236650"/>
            <a:ext cx="3551400" cy="6702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3600"/>
              <a:buNone/>
              <a:defRPr/>
            </a:lvl1pPr>
            <a:lvl2pPr lvl="1" algn="l">
              <a:lnSpc>
                <a:spcPct val="100000"/>
              </a:lnSpc>
              <a:spcBef>
                <a:spcPts val="0"/>
              </a:spcBef>
              <a:spcAft>
                <a:spcPts val="0"/>
              </a:spcAft>
              <a:buSzPts val="3600"/>
              <a:buNone/>
              <a:defRPr sz="3600"/>
            </a:lvl2pPr>
            <a:lvl3pPr lvl="2" algn="l">
              <a:lnSpc>
                <a:spcPct val="100000"/>
              </a:lnSpc>
              <a:spcBef>
                <a:spcPts val="0"/>
              </a:spcBef>
              <a:spcAft>
                <a:spcPts val="0"/>
              </a:spcAft>
              <a:buSzPts val="3600"/>
              <a:buNone/>
              <a:defRPr sz="3600"/>
            </a:lvl3pPr>
            <a:lvl4pPr lvl="3" algn="l">
              <a:lnSpc>
                <a:spcPct val="100000"/>
              </a:lnSpc>
              <a:spcBef>
                <a:spcPts val="0"/>
              </a:spcBef>
              <a:spcAft>
                <a:spcPts val="0"/>
              </a:spcAft>
              <a:buSzPts val="3600"/>
              <a:buNone/>
              <a:defRPr sz="3600"/>
            </a:lvl4pPr>
            <a:lvl5pPr lvl="4" algn="l">
              <a:lnSpc>
                <a:spcPct val="100000"/>
              </a:lnSpc>
              <a:spcBef>
                <a:spcPts val="0"/>
              </a:spcBef>
              <a:spcAft>
                <a:spcPts val="0"/>
              </a:spcAft>
              <a:buSzPts val="3600"/>
              <a:buNone/>
              <a:defRPr sz="3600"/>
            </a:lvl5pPr>
            <a:lvl6pPr lvl="5" algn="l">
              <a:lnSpc>
                <a:spcPct val="100000"/>
              </a:lnSpc>
              <a:spcBef>
                <a:spcPts val="0"/>
              </a:spcBef>
              <a:spcAft>
                <a:spcPts val="0"/>
              </a:spcAft>
              <a:buSzPts val="3600"/>
              <a:buNone/>
              <a:defRPr sz="3600"/>
            </a:lvl6pPr>
            <a:lvl7pPr lvl="6" algn="l">
              <a:lnSpc>
                <a:spcPct val="100000"/>
              </a:lnSpc>
              <a:spcBef>
                <a:spcPts val="0"/>
              </a:spcBef>
              <a:spcAft>
                <a:spcPts val="0"/>
              </a:spcAft>
              <a:buSzPts val="3600"/>
              <a:buNone/>
              <a:defRPr sz="3600"/>
            </a:lvl7pPr>
            <a:lvl8pPr lvl="7" algn="l">
              <a:lnSpc>
                <a:spcPct val="100000"/>
              </a:lnSpc>
              <a:spcBef>
                <a:spcPts val="0"/>
              </a:spcBef>
              <a:spcAft>
                <a:spcPts val="0"/>
              </a:spcAft>
              <a:buSzPts val="3600"/>
              <a:buNone/>
              <a:defRPr sz="3600"/>
            </a:lvl8pPr>
            <a:lvl9pPr lvl="8" algn="l">
              <a:lnSpc>
                <a:spcPct val="100000"/>
              </a:lnSpc>
              <a:spcBef>
                <a:spcPts val="0"/>
              </a:spcBef>
              <a:spcAft>
                <a:spcPts val="0"/>
              </a:spcAft>
              <a:buSzPts val="3600"/>
              <a:buNone/>
              <a:defRPr sz="3600"/>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section title and description">
  <p:cSld name="ONE_COLUMN_TEXT_2">
    <p:spTree>
      <p:nvGrpSpPr>
        <p:cNvPr id="262" name="Shape 262"/>
        <p:cNvGrpSpPr/>
        <p:nvPr/>
      </p:nvGrpSpPr>
      <p:grpSpPr>
        <a:xfrm>
          <a:off x="0" y="0"/>
          <a:ext cx="0" cy="0"/>
          <a:chOff x="0" y="0"/>
          <a:chExt cx="0" cy="0"/>
        </a:xfrm>
      </p:grpSpPr>
      <p:sp>
        <p:nvSpPr>
          <p:cNvPr id="263" name="Google Shape;263;p36"/>
          <p:cNvSpPr txBox="1"/>
          <p:nvPr>
            <p:ph idx="12" type="sldNum"/>
          </p:nvPr>
        </p:nvSpPr>
        <p:spPr>
          <a:xfrm>
            <a:off x="7426775" y="4679000"/>
            <a:ext cx="1502400" cy="3243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9pPr>
          </a:lstStyle>
          <a:p>
            <a:pPr indent="0" lvl="0" marL="0" rtl="0" algn="r">
              <a:spcBef>
                <a:spcPts val="0"/>
              </a:spcBef>
              <a:spcAft>
                <a:spcPts val="0"/>
              </a:spcAft>
              <a:buNone/>
            </a:pPr>
            <a:fld id="{00000000-1234-1234-1234-123412341234}" type="slidenum">
              <a:rPr lang="en"/>
              <a:t>‹#›</a:t>
            </a:fld>
            <a:endParaRPr/>
          </a:p>
        </p:txBody>
      </p:sp>
      <p:sp>
        <p:nvSpPr>
          <p:cNvPr id="264" name="Google Shape;264;p36"/>
          <p:cNvSpPr txBox="1"/>
          <p:nvPr>
            <p:ph type="title"/>
          </p:nvPr>
        </p:nvSpPr>
        <p:spPr>
          <a:xfrm>
            <a:off x="228600" y="2236650"/>
            <a:ext cx="3551400" cy="6702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4500"/>
              <a:buNone/>
              <a:defRPr sz="4500"/>
            </a:lvl1pPr>
            <a:lvl2pPr lvl="1" algn="l">
              <a:lnSpc>
                <a:spcPct val="100000"/>
              </a:lnSpc>
              <a:spcBef>
                <a:spcPts val="0"/>
              </a:spcBef>
              <a:spcAft>
                <a:spcPts val="0"/>
              </a:spcAft>
              <a:buSzPts val="4500"/>
              <a:buNone/>
              <a:defRPr sz="4500"/>
            </a:lvl2pPr>
            <a:lvl3pPr lvl="2" algn="l">
              <a:lnSpc>
                <a:spcPct val="100000"/>
              </a:lnSpc>
              <a:spcBef>
                <a:spcPts val="0"/>
              </a:spcBef>
              <a:spcAft>
                <a:spcPts val="0"/>
              </a:spcAft>
              <a:buSzPts val="4500"/>
              <a:buNone/>
              <a:defRPr sz="4500"/>
            </a:lvl3pPr>
            <a:lvl4pPr lvl="3" algn="l">
              <a:lnSpc>
                <a:spcPct val="100000"/>
              </a:lnSpc>
              <a:spcBef>
                <a:spcPts val="0"/>
              </a:spcBef>
              <a:spcAft>
                <a:spcPts val="0"/>
              </a:spcAft>
              <a:buSzPts val="4500"/>
              <a:buNone/>
              <a:defRPr sz="4500"/>
            </a:lvl4pPr>
            <a:lvl5pPr lvl="4" algn="l">
              <a:lnSpc>
                <a:spcPct val="100000"/>
              </a:lnSpc>
              <a:spcBef>
                <a:spcPts val="0"/>
              </a:spcBef>
              <a:spcAft>
                <a:spcPts val="0"/>
              </a:spcAft>
              <a:buSzPts val="4500"/>
              <a:buNone/>
              <a:defRPr sz="4500"/>
            </a:lvl5pPr>
            <a:lvl6pPr lvl="5" algn="l">
              <a:lnSpc>
                <a:spcPct val="100000"/>
              </a:lnSpc>
              <a:spcBef>
                <a:spcPts val="0"/>
              </a:spcBef>
              <a:spcAft>
                <a:spcPts val="0"/>
              </a:spcAft>
              <a:buSzPts val="4500"/>
              <a:buNone/>
              <a:defRPr sz="4500"/>
            </a:lvl6pPr>
            <a:lvl7pPr lvl="6" algn="l">
              <a:lnSpc>
                <a:spcPct val="100000"/>
              </a:lnSpc>
              <a:spcBef>
                <a:spcPts val="0"/>
              </a:spcBef>
              <a:spcAft>
                <a:spcPts val="0"/>
              </a:spcAft>
              <a:buSzPts val="4500"/>
              <a:buNone/>
              <a:defRPr sz="4500"/>
            </a:lvl7pPr>
            <a:lvl8pPr lvl="7" algn="l">
              <a:lnSpc>
                <a:spcPct val="100000"/>
              </a:lnSpc>
              <a:spcBef>
                <a:spcPts val="0"/>
              </a:spcBef>
              <a:spcAft>
                <a:spcPts val="0"/>
              </a:spcAft>
              <a:buSzPts val="4500"/>
              <a:buNone/>
              <a:defRPr sz="4500"/>
            </a:lvl8pPr>
            <a:lvl9pPr lvl="8" algn="l">
              <a:lnSpc>
                <a:spcPct val="100000"/>
              </a:lnSpc>
              <a:spcBef>
                <a:spcPts val="0"/>
              </a:spcBef>
              <a:spcAft>
                <a:spcPts val="0"/>
              </a:spcAft>
              <a:buSzPts val="4500"/>
              <a:buNone/>
              <a:defRPr sz="4500"/>
            </a:lvl9pPr>
          </a:lstStyle>
          <a:p/>
        </p:txBody>
      </p:sp>
      <p:sp>
        <p:nvSpPr>
          <p:cNvPr id="265" name="Google Shape;265;p36"/>
          <p:cNvSpPr txBox="1"/>
          <p:nvPr>
            <p:ph idx="1" type="subTitle"/>
          </p:nvPr>
        </p:nvSpPr>
        <p:spPr>
          <a:xfrm>
            <a:off x="4572000" y="1004700"/>
            <a:ext cx="4343400" cy="31341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2000"/>
              <a:buNone/>
              <a:defRPr/>
            </a:lvl1pPr>
            <a:lvl2pPr lvl="1" algn="l">
              <a:lnSpc>
                <a:spcPct val="100000"/>
              </a:lnSpc>
              <a:spcBef>
                <a:spcPts val="0"/>
              </a:spcBef>
              <a:spcAft>
                <a:spcPts val="0"/>
              </a:spcAft>
              <a:buSzPts val="2000"/>
              <a:buNone/>
              <a:defRPr/>
            </a:lvl2pPr>
            <a:lvl3pPr lvl="2" algn="l">
              <a:lnSpc>
                <a:spcPct val="100000"/>
              </a:lnSpc>
              <a:spcBef>
                <a:spcPts val="0"/>
              </a:spcBef>
              <a:spcAft>
                <a:spcPts val="0"/>
              </a:spcAft>
              <a:buSzPts val="2000"/>
              <a:buNone/>
              <a:defRPr/>
            </a:lvl3pPr>
            <a:lvl4pPr lvl="3" algn="l">
              <a:lnSpc>
                <a:spcPct val="100000"/>
              </a:lnSpc>
              <a:spcBef>
                <a:spcPts val="0"/>
              </a:spcBef>
              <a:spcAft>
                <a:spcPts val="0"/>
              </a:spcAft>
              <a:buSzPts val="2000"/>
              <a:buNone/>
              <a:defRPr/>
            </a:lvl4pPr>
            <a:lvl5pPr lvl="4" algn="l">
              <a:lnSpc>
                <a:spcPct val="100000"/>
              </a:lnSpc>
              <a:spcBef>
                <a:spcPts val="0"/>
              </a:spcBef>
              <a:spcAft>
                <a:spcPts val="0"/>
              </a:spcAft>
              <a:buSzPts val="2000"/>
              <a:buNone/>
              <a:defRPr/>
            </a:lvl5pPr>
            <a:lvl6pPr lvl="5" algn="l">
              <a:lnSpc>
                <a:spcPct val="100000"/>
              </a:lnSpc>
              <a:spcBef>
                <a:spcPts val="0"/>
              </a:spcBef>
              <a:spcAft>
                <a:spcPts val="0"/>
              </a:spcAft>
              <a:buSzPts val="2000"/>
              <a:buNone/>
              <a:defRPr/>
            </a:lvl6pPr>
            <a:lvl7pPr lvl="6" algn="l">
              <a:lnSpc>
                <a:spcPct val="100000"/>
              </a:lnSpc>
              <a:spcBef>
                <a:spcPts val="0"/>
              </a:spcBef>
              <a:spcAft>
                <a:spcPts val="0"/>
              </a:spcAft>
              <a:buSzPts val="2000"/>
              <a:buNone/>
              <a:defRPr/>
            </a:lvl7pPr>
            <a:lvl8pPr lvl="7" algn="l">
              <a:lnSpc>
                <a:spcPct val="100000"/>
              </a:lnSpc>
              <a:spcBef>
                <a:spcPts val="0"/>
              </a:spcBef>
              <a:spcAft>
                <a:spcPts val="0"/>
              </a:spcAft>
              <a:buSzPts val="2000"/>
              <a:buNone/>
              <a:defRPr/>
            </a:lvl8pPr>
            <a:lvl9pPr lvl="8" algn="l">
              <a:lnSpc>
                <a:spcPct val="100000"/>
              </a:lnSpc>
              <a:spcBef>
                <a:spcPts val="0"/>
              </a:spcBef>
              <a:spcAft>
                <a:spcPts val="0"/>
              </a:spcAft>
              <a:buSzPts val="2000"/>
              <a:buNone/>
              <a:defRPr/>
            </a:lvl9pPr>
          </a:lstStyle>
          <a:p/>
        </p:txBody>
      </p:sp>
      <p:cxnSp>
        <p:nvCxnSpPr>
          <p:cNvPr id="266" name="Google Shape;266;p36"/>
          <p:cNvCxnSpPr/>
          <p:nvPr/>
        </p:nvCxnSpPr>
        <p:spPr>
          <a:xfrm flipH="1" rot="10800000">
            <a:off x="225750" y="4678950"/>
            <a:ext cx="8692500" cy="5700"/>
          </a:xfrm>
          <a:prstGeom prst="straightConnector1">
            <a:avLst/>
          </a:prstGeom>
          <a:noFill/>
          <a:ln cap="flat" cmpd="sng" w="9525">
            <a:solidFill>
              <a:schemeClr val="dk1"/>
            </a:solidFill>
            <a:prstDash val="solid"/>
            <a:round/>
            <a:headEnd len="sm" w="sm" type="none"/>
            <a:tailEnd len="sm" w="sm" type="none"/>
          </a:ln>
        </p:spPr>
      </p:cxn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CUSTOM_4_1">
    <p:spTree>
      <p:nvGrpSpPr>
        <p:cNvPr id="267" name="Shape 267"/>
        <p:cNvGrpSpPr/>
        <p:nvPr/>
      </p:nvGrpSpPr>
      <p:grpSpPr>
        <a:xfrm>
          <a:off x="0" y="0"/>
          <a:ext cx="0" cy="0"/>
          <a:chOff x="0" y="0"/>
          <a:chExt cx="0" cy="0"/>
        </a:xfrm>
      </p:grpSpPr>
      <p:sp>
        <p:nvSpPr>
          <p:cNvPr id="268" name="Google Shape;268;p37"/>
          <p:cNvSpPr txBox="1"/>
          <p:nvPr>
            <p:ph idx="12" type="sldNum"/>
          </p:nvPr>
        </p:nvSpPr>
        <p:spPr>
          <a:xfrm>
            <a:off x="7426775" y="4679000"/>
            <a:ext cx="1502400" cy="3243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9pPr>
          </a:lstStyle>
          <a:p>
            <a:pPr indent="0" lvl="0" marL="0" rtl="0" algn="r">
              <a:spcBef>
                <a:spcPts val="0"/>
              </a:spcBef>
              <a:spcAft>
                <a:spcPts val="0"/>
              </a:spcAft>
              <a:buNone/>
            </a:pPr>
            <a:fld id="{00000000-1234-1234-1234-123412341234}" type="slidenum">
              <a:rPr lang="en"/>
              <a:t>‹#›</a:t>
            </a:fld>
            <a:endParaRPr/>
          </a:p>
        </p:txBody>
      </p:sp>
      <p:sp>
        <p:nvSpPr>
          <p:cNvPr id="269" name="Google Shape;269;p37"/>
          <p:cNvSpPr txBox="1"/>
          <p:nvPr>
            <p:ph type="title"/>
          </p:nvPr>
        </p:nvSpPr>
        <p:spPr>
          <a:xfrm>
            <a:off x="229450" y="332175"/>
            <a:ext cx="8686800" cy="8745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4500"/>
              <a:buNone/>
              <a:defRPr sz="4500"/>
            </a:lvl1pPr>
            <a:lvl2pPr lvl="1" algn="l">
              <a:lnSpc>
                <a:spcPct val="100000"/>
              </a:lnSpc>
              <a:spcBef>
                <a:spcPts val="0"/>
              </a:spcBef>
              <a:spcAft>
                <a:spcPts val="0"/>
              </a:spcAft>
              <a:buSzPts val="4500"/>
              <a:buNone/>
              <a:defRPr sz="4500"/>
            </a:lvl2pPr>
            <a:lvl3pPr lvl="2" algn="l">
              <a:lnSpc>
                <a:spcPct val="100000"/>
              </a:lnSpc>
              <a:spcBef>
                <a:spcPts val="0"/>
              </a:spcBef>
              <a:spcAft>
                <a:spcPts val="0"/>
              </a:spcAft>
              <a:buSzPts val="4500"/>
              <a:buNone/>
              <a:defRPr sz="4500"/>
            </a:lvl3pPr>
            <a:lvl4pPr lvl="3" algn="l">
              <a:lnSpc>
                <a:spcPct val="100000"/>
              </a:lnSpc>
              <a:spcBef>
                <a:spcPts val="0"/>
              </a:spcBef>
              <a:spcAft>
                <a:spcPts val="0"/>
              </a:spcAft>
              <a:buSzPts val="4500"/>
              <a:buNone/>
              <a:defRPr sz="4500"/>
            </a:lvl4pPr>
            <a:lvl5pPr lvl="4" algn="l">
              <a:lnSpc>
                <a:spcPct val="100000"/>
              </a:lnSpc>
              <a:spcBef>
                <a:spcPts val="0"/>
              </a:spcBef>
              <a:spcAft>
                <a:spcPts val="0"/>
              </a:spcAft>
              <a:buSzPts val="4500"/>
              <a:buNone/>
              <a:defRPr sz="4500"/>
            </a:lvl5pPr>
            <a:lvl6pPr lvl="5" algn="l">
              <a:lnSpc>
                <a:spcPct val="100000"/>
              </a:lnSpc>
              <a:spcBef>
                <a:spcPts val="0"/>
              </a:spcBef>
              <a:spcAft>
                <a:spcPts val="0"/>
              </a:spcAft>
              <a:buSzPts val="4500"/>
              <a:buNone/>
              <a:defRPr sz="4500"/>
            </a:lvl6pPr>
            <a:lvl7pPr lvl="6" algn="l">
              <a:lnSpc>
                <a:spcPct val="100000"/>
              </a:lnSpc>
              <a:spcBef>
                <a:spcPts val="0"/>
              </a:spcBef>
              <a:spcAft>
                <a:spcPts val="0"/>
              </a:spcAft>
              <a:buSzPts val="4500"/>
              <a:buNone/>
              <a:defRPr sz="4500"/>
            </a:lvl7pPr>
            <a:lvl8pPr lvl="7" algn="l">
              <a:lnSpc>
                <a:spcPct val="100000"/>
              </a:lnSpc>
              <a:spcBef>
                <a:spcPts val="0"/>
              </a:spcBef>
              <a:spcAft>
                <a:spcPts val="0"/>
              </a:spcAft>
              <a:buSzPts val="4500"/>
              <a:buNone/>
              <a:defRPr sz="4500"/>
            </a:lvl8pPr>
            <a:lvl9pPr lvl="8" algn="l">
              <a:lnSpc>
                <a:spcPct val="100000"/>
              </a:lnSpc>
              <a:spcBef>
                <a:spcPts val="0"/>
              </a:spcBef>
              <a:spcAft>
                <a:spcPts val="0"/>
              </a:spcAft>
              <a:buSzPts val="4500"/>
              <a:buNone/>
              <a:defRPr sz="4500"/>
            </a:lvl9pPr>
          </a:lstStyle>
          <a:p/>
        </p:txBody>
      </p:sp>
      <p:sp>
        <p:nvSpPr>
          <p:cNvPr id="270" name="Google Shape;270;p37"/>
          <p:cNvSpPr txBox="1"/>
          <p:nvPr>
            <p:ph idx="1" type="body"/>
          </p:nvPr>
        </p:nvSpPr>
        <p:spPr>
          <a:xfrm>
            <a:off x="229450" y="1294950"/>
            <a:ext cx="3566100" cy="2872200"/>
          </a:xfrm>
          <a:prstGeom prst="rect">
            <a:avLst/>
          </a:prstGeom>
          <a:noFill/>
          <a:ln>
            <a:noFill/>
          </a:ln>
        </p:spPr>
        <p:txBody>
          <a:bodyPr anchorCtr="0" anchor="t" bIns="91425" lIns="91425" spcFirstLastPara="1" rIns="91425" wrap="square" tIns="91425">
            <a:noAutofit/>
          </a:bodyPr>
          <a:lstStyle>
            <a:lvl1pPr indent="-285750" lvl="0" marL="457200" algn="l">
              <a:lnSpc>
                <a:spcPct val="100000"/>
              </a:lnSpc>
              <a:spcBef>
                <a:spcPts val="0"/>
              </a:spcBef>
              <a:spcAft>
                <a:spcPts val="0"/>
              </a:spcAft>
              <a:buSzPts val="900"/>
              <a:buChar char="●"/>
              <a:defRPr/>
            </a:lvl1pPr>
            <a:lvl2pPr indent="-285750" lvl="1" marL="914400" algn="l">
              <a:lnSpc>
                <a:spcPct val="100000"/>
              </a:lnSpc>
              <a:spcBef>
                <a:spcPts val="0"/>
              </a:spcBef>
              <a:spcAft>
                <a:spcPts val="0"/>
              </a:spcAft>
              <a:buSzPts val="900"/>
              <a:buChar char="○"/>
              <a:defRPr/>
            </a:lvl2pPr>
            <a:lvl3pPr indent="-285750" lvl="2" marL="1371600" algn="l">
              <a:lnSpc>
                <a:spcPct val="100000"/>
              </a:lnSpc>
              <a:spcBef>
                <a:spcPts val="0"/>
              </a:spcBef>
              <a:spcAft>
                <a:spcPts val="0"/>
              </a:spcAft>
              <a:buSzPts val="900"/>
              <a:buChar char="■"/>
              <a:defRPr/>
            </a:lvl3pPr>
            <a:lvl4pPr indent="-285750" lvl="3" marL="1828800" algn="l">
              <a:lnSpc>
                <a:spcPct val="100000"/>
              </a:lnSpc>
              <a:spcBef>
                <a:spcPts val="0"/>
              </a:spcBef>
              <a:spcAft>
                <a:spcPts val="0"/>
              </a:spcAft>
              <a:buSzPts val="900"/>
              <a:buChar char="●"/>
              <a:defRPr/>
            </a:lvl4pPr>
            <a:lvl5pPr indent="-285750" lvl="4" marL="2286000" algn="l">
              <a:lnSpc>
                <a:spcPct val="100000"/>
              </a:lnSpc>
              <a:spcBef>
                <a:spcPts val="0"/>
              </a:spcBef>
              <a:spcAft>
                <a:spcPts val="0"/>
              </a:spcAft>
              <a:buSzPts val="900"/>
              <a:buChar char="○"/>
              <a:defRPr/>
            </a:lvl5pPr>
            <a:lvl6pPr indent="-285750" lvl="5" marL="2743200" algn="l">
              <a:lnSpc>
                <a:spcPct val="100000"/>
              </a:lnSpc>
              <a:spcBef>
                <a:spcPts val="0"/>
              </a:spcBef>
              <a:spcAft>
                <a:spcPts val="0"/>
              </a:spcAft>
              <a:buSzPts val="900"/>
              <a:buChar char="■"/>
              <a:defRPr/>
            </a:lvl6pPr>
            <a:lvl7pPr indent="-285750" lvl="6" marL="3200400" algn="l">
              <a:lnSpc>
                <a:spcPct val="100000"/>
              </a:lnSpc>
              <a:spcBef>
                <a:spcPts val="0"/>
              </a:spcBef>
              <a:spcAft>
                <a:spcPts val="0"/>
              </a:spcAft>
              <a:buSzPts val="900"/>
              <a:buChar char="●"/>
              <a:defRPr/>
            </a:lvl7pPr>
            <a:lvl8pPr indent="-285750" lvl="7" marL="3657600" algn="l">
              <a:lnSpc>
                <a:spcPct val="100000"/>
              </a:lnSpc>
              <a:spcBef>
                <a:spcPts val="0"/>
              </a:spcBef>
              <a:spcAft>
                <a:spcPts val="0"/>
              </a:spcAft>
              <a:buSzPts val="900"/>
              <a:buChar char="○"/>
              <a:defRPr/>
            </a:lvl8pPr>
            <a:lvl9pPr indent="-285750" lvl="8" marL="4114800" algn="l">
              <a:lnSpc>
                <a:spcPct val="100000"/>
              </a:lnSpc>
              <a:spcBef>
                <a:spcPts val="0"/>
              </a:spcBef>
              <a:spcAft>
                <a:spcPts val="0"/>
              </a:spcAft>
              <a:buSzPts val="900"/>
              <a:buChar char="■"/>
              <a:defRPr/>
            </a:lvl9pPr>
          </a:lstStyle>
          <a:p/>
        </p:txBody>
      </p:sp>
      <p:sp>
        <p:nvSpPr>
          <p:cNvPr id="271" name="Google Shape;271;p37"/>
          <p:cNvSpPr txBox="1"/>
          <p:nvPr>
            <p:ph idx="2" type="body"/>
          </p:nvPr>
        </p:nvSpPr>
        <p:spPr>
          <a:xfrm>
            <a:off x="4572850" y="1294950"/>
            <a:ext cx="3566100" cy="2872200"/>
          </a:xfrm>
          <a:prstGeom prst="rect">
            <a:avLst/>
          </a:prstGeom>
          <a:noFill/>
          <a:ln>
            <a:noFill/>
          </a:ln>
        </p:spPr>
        <p:txBody>
          <a:bodyPr anchorCtr="0" anchor="t" bIns="91425" lIns="91425" spcFirstLastPara="1" rIns="91425" wrap="square" tIns="91425">
            <a:noAutofit/>
          </a:bodyPr>
          <a:lstStyle>
            <a:lvl1pPr indent="-285750" lvl="0" marL="457200" algn="l">
              <a:lnSpc>
                <a:spcPct val="100000"/>
              </a:lnSpc>
              <a:spcBef>
                <a:spcPts val="0"/>
              </a:spcBef>
              <a:spcAft>
                <a:spcPts val="0"/>
              </a:spcAft>
              <a:buSzPts val="900"/>
              <a:buChar char="●"/>
              <a:defRPr/>
            </a:lvl1pPr>
            <a:lvl2pPr indent="-285750" lvl="1" marL="914400" algn="l">
              <a:lnSpc>
                <a:spcPct val="100000"/>
              </a:lnSpc>
              <a:spcBef>
                <a:spcPts val="0"/>
              </a:spcBef>
              <a:spcAft>
                <a:spcPts val="0"/>
              </a:spcAft>
              <a:buSzPts val="900"/>
              <a:buChar char="○"/>
              <a:defRPr/>
            </a:lvl2pPr>
            <a:lvl3pPr indent="-285750" lvl="2" marL="1371600" algn="l">
              <a:lnSpc>
                <a:spcPct val="100000"/>
              </a:lnSpc>
              <a:spcBef>
                <a:spcPts val="0"/>
              </a:spcBef>
              <a:spcAft>
                <a:spcPts val="0"/>
              </a:spcAft>
              <a:buSzPts val="900"/>
              <a:buChar char="■"/>
              <a:defRPr/>
            </a:lvl3pPr>
            <a:lvl4pPr indent="-285750" lvl="3" marL="1828800" algn="l">
              <a:lnSpc>
                <a:spcPct val="100000"/>
              </a:lnSpc>
              <a:spcBef>
                <a:spcPts val="0"/>
              </a:spcBef>
              <a:spcAft>
                <a:spcPts val="0"/>
              </a:spcAft>
              <a:buSzPts val="900"/>
              <a:buChar char="●"/>
              <a:defRPr/>
            </a:lvl4pPr>
            <a:lvl5pPr indent="-285750" lvl="4" marL="2286000" algn="l">
              <a:lnSpc>
                <a:spcPct val="100000"/>
              </a:lnSpc>
              <a:spcBef>
                <a:spcPts val="0"/>
              </a:spcBef>
              <a:spcAft>
                <a:spcPts val="0"/>
              </a:spcAft>
              <a:buSzPts val="900"/>
              <a:buChar char="○"/>
              <a:defRPr/>
            </a:lvl5pPr>
            <a:lvl6pPr indent="-285750" lvl="5" marL="2743200" algn="l">
              <a:lnSpc>
                <a:spcPct val="100000"/>
              </a:lnSpc>
              <a:spcBef>
                <a:spcPts val="0"/>
              </a:spcBef>
              <a:spcAft>
                <a:spcPts val="0"/>
              </a:spcAft>
              <a:buSzPts val="900"/>
              <a:buChar char="■"/>
              <a:defRPr/>
            </a:lvl6pPr>
            <a:lvl7pPr indent="-285750" lvl="6" marL="3200400" algn="l">
              <a:lnSpc>
                <a:spcPct val="100000"/>
              </a:lnSpc>
              <a:spcBef>
                <a:spcPts val="0"/>
              </a:spcBef>
              <a:spcAft>
                <a:spcPts val="0"/>
              </a:spcAft>
              <a:buSzPts val="900"/>
              <a:buChar char="●"/>
              <a:defRPr/>
            </a:lvl7pPr>
            <a:lvl8pPr indent="-285750" lvl="7" marL="3657600" algn="l">
              <a:lnSpc>
                <a:spcPct val="100000"/>
              </a:lnSpc>
              <a:spcBef>
                <a:spcPts val="0"/>
              </a:spcBef>
              <a:spcAft>
                <a:spcPts val="0"/>
              </a:spcAft>
              <a:buSzPts val="900"/>
              <a:buChar char="○"/>
              <a:defRPr/>
            </a:lvl8pPr>
            <a:lvl9pPr indent="-285750" lvl="8" marL="4114800" algn="l">
              <a:lnSpc>
                <a:spcPct val="100000"/>
              </a:lnSpc>
              <a:spcBef>
                <a:spcPts val="0"/>
              </a:spcBef>
              <a:spcAft>
                <a:spcPts val="0"/>
              </a:spcAft>
              <a:buSzPts val="900"/>
              <a:buChar char="■"/>
              <a:defRPr/>
            </a:lvl9pPr>
          </a:lstStyle>
          <a:p/>
        </p:txBody>
      </p:sp>
      <p:cxnSp>
        <p:nvCxnSpPr>
          <p:cNvPr id="272" name="Google Shape;272;p37"/>
          <p:cNvCxnSpPr/>
          <p:nvPr/>
        </p:nvCxnSpPr>
        <p:spPr>
          <a:xfrm flipH="1" rot="10800000">
            <a:off x="225750" y="4678950"/>
            <a:ext cx="8692500" cy="5700"/>
          </a:xfrm>
          <a:prstGeom prst="straightConnector1">
            <a:avLst/>
          </a:prstGeom>
          <a:noFill/>
          <a:ln cap="flat" cmpd="sng" w="9525">
            <a:solidFill>
              <a:schemeClr val="dk1"/>
            </a:solidFill>
            <a:prstDash val="solid"/>
            <a:round/>
            <a:headEnd len="sm" w="sm" type="none"/>
            <a:tailEnd len="sm" w="sm" type="none"/>
          </a:ln>
        </p:spPr>
      </p:cxn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_1">
    <p:spTree>
      <p:nvGrpSpPr>
        <p:cNvPr id="273" name="Shape 273"/>
        <p:cNvGrpSpPr/>
        <p:nvPr/>
      </p:nvGrpSpPr>
      <p:grpSpPr>
        <a:xfrm>
          <a:off x="0" y="0"/>
          <a:ext cx="0" cy="0"/>
          <a:chOff x="0" y="0"/>
          <a:chExt cx="0" cy="0"/>
        </a:xfrm>
      </p:grpSpPr>
      <p:sp>
        <p:nvSpPr>
          <p:cNvPr id="274" name="Google Shape;274;p38"/>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275" name="Google Shape;275;p3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title, body and image">
  <p:cSld name="CUSTOM_1_1_1_1_1_1_2">
    <p:spTree>
      <p:nvGrpSpPr>
        <p:cNvPr id="276" name="Shape 276"/>
        <p:cNvGrpSpPr/>
        <p:nvPr/>
      </p:nvGrpSpPr>
      <p:grpSpPr>
        <a:xfrm>
          <a:off x="0" y="0"/>
          <a:ext cx="0" cy="0"/>
          <a:chOff x="0" y="0"/>
          <a:chExt cx="0" cy="0"/>
        </a:xfrm>
      </p:grpSpPr>
      <p:sp>
        <p:nvSpPr>
          <p:cNvPr id="277" name="Google Shape;277;p39"/>
          <p:cNvSpPr/>
          <p:nvPr>
            <p:ph idx="2" type="pic"/>
          </p:nvPr>
        </p:nvSpPr>
        <p:spPr>
          <a:xfrm>
            <a:off x="3161800" y="164350"/>
            <a:ext cx="5751300" cy="4304700"/>
          </a:xfrm>
          <a:prstGeom prst="rect">
            <a:avLst/>
          </a:prstGeom>
          <a:noFill/>
          <a:ln>
            <a:noFill/>
          </a:ln>
        </p:spPr>
      </p:sp>
      <p:sp>
        <p:nvSpPr>
          <p:cNvPr id="278" name="Google Shape;278;p39"/>
          <p:cNvSpPr txBox="1"/>
          <p:nvPr>
            <p:ph idx="12" type="sldNum"/>
          </p:nvPr>
        </p:nvSpPr>
        <p:spPr>
          <a:xfrm>
            <a:off x="7426775" y="4679000"/>
            <a:ext cx="1502400" cy="3243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9pPr>
          </a:lstStyle>
          <a:p>
            <a:pPr indent="0" lvl="0" marL="0" rtl="0" algn="r">
              <a:spcBef>
                <a:spcPts val="0"/>
              </a:spcBef>
              <a:spcAft>
                <a:spcPts val="0"/>
              </a:spcAft>
              <a:buNone/>
            </a:pPr>
            <a:fld id="{00000000-1234-1234-1234-123412341234}" type="slidenum">
              <a:rPr lang="en"/>
              <a:t>‹#›</a:t>
            </a:fld>
            <a:endParaRPr/>
          </a:p>
        </p:txBody>
      </p:sp>
      <p:sp>
        <p:nvSpPr>
          <p:cNvPr id="279" name="Google Shape;279;p39"/>
          <p:cNvSpPr txBox="1"/>
          <p:nvPr>
            <p:ph idx="1" type="body"/>
          </p:nvPr>
        </p:nvSpPr>
        <p:spPr>
          <a:xfrm>
            <a:off x="228600" y="4679000"/>
            <a:ext cx="4343400" cy="324300"/>
          </a:xfrm>
          <a:prstGeom prst="rect">
            <a:avLst/>
          </a:prstGeom>
          <a:noFill/>
          <a:ln>
            <a:noFill/>
          </a:ln>
        </p:spPr>
        <p:txBody>
          <a:bodyPr anchorCtr="0" anchor="t" bIns="91425" lIns="91425" spcFirstLastPara="1" rIns="91425" wrap="square" tIns="91425">
            <a:noAutofit/>
          </a:bodyPr>
          <a:lstStyle>
            <a:lvl1pPr indent="-285750" lvl="0" marL="457200" algn="l">
              <a:lnSpc>
                <a:spcPct val="100000"/>
              </a:lnSpc>
              <a:spcBef>
                <a:spcPts val="0"/>
              </a:spcBef>
              <a:spcAft>
                <a:spcPts val="0"/>
              </a:spcAft>
              <a:buSzPts val="900"/>
              <a:buChar char="●"/>
              <a:defRPr/>
            </a:lvl1pPr>
            <a:lvl2pPr indent="-285750" lvl="1" marL="914400" algn="l">
              <a:lnSpc>
                <a:spcPct val="100000"/>
              </a:lnSpc>
              <a:spcBef>
                <a:spcPts val="0"/>
              </a:spcBef>
              <a:spcAft>
                <a:spcPts val="0"/>
              </a:spcAft>
              <a:buSzPts val="900"/>
              <a:buChar char="○"/>
              <a:defRPr/>
            </a:lvl2pPr>
            <a:lvl3pPr indent="-285750" lvl="2" marL="1371600" algn="l">
              <a:lnSpc>
                <a:spcPct val="100000"/>
              </a:lnSpc>
              <a:spcBef>
                <a:spcPts val="0"/>
              </a:spcBef>
              <a:spcAft>
                <a:spcPts val="0"/>
              </a:spcAft>
              <a:buSzPts val="900"/>
              <a:buChar char="■"/>
              <a:defRPr/>
            </a:lvl3pPr>
            <a:lvl4pPr indent="-285750" lvl="3" marL="1828800" algn="l">
              <a:lnSpc>
                <a:spcPct val="100000"/>
              </a:lnSpc>
              <a:spcBef>
                <a:spcPts val="0"/>
              </a:spcBef>
              <a:spcAft>
                <a:spcPts val="0"/>
              </a:spcAft>
              <a:buSzPts val="900"/>
              <a:buChar char="●"/>
              <a:defRPr/>
            </a:lvl4pPr>
            <a:lvl5pPr indent="-285750" lvl="4" marL="2286000" algn="l">
              <a:lnSpc>
                <a:spcPct val="100000"/>
              </a:lnSpc>
              <a:spcBef>
                <a:spcPts val="0"/>
              </a:spcBef>
              <a:spcAft>
                <a:spcPts val="0"/>
              </a:spcAft>
              <a:buSzPts val="900"/>
              <a:buChar char="○"/>
              <a:defRPr/>
            </a:lvl5pPr>
            <a:lvl6pPr indent="-285750" lvl="5" marL="2743200" algn="l">
              <a:lnSpc>
                <a:spcPct val="100000"/>
              </a:lnSpc>
              <a:spcBef>
                <a:spcPts val="0"/>
              </a:spcBef>
              <a:spcAft>
                <a:spcPts val="0"/>
              </a:spcAft>
              <a:buSzPts val="900"/>
              <a:buChar char="■"/>
              <a:defRPr/>
            </a:lvl6pPr>
            <a:lvl7pPr indent="-285750" lvl="6" marL="3200400" algn="l">
              <a:lnSpc>
                <a:spcPct val="100000"/>
              </a:lnSpc>
              <a:spcBef>
                <a:spcPts val="0"/>
              </a:spcBef>
              <a:spcAft>
                <a:spcPts val="0"/>
              </a:spcAft>
              <a:buSzPts val="900"/>
              <a:buChar char="●"/>
              <a:defRPr/>
            </a:lvl7pPr>
            <a:lvl8pPr indent="-285750" lvl="7" marL="3657600" algn="l">
              <a:lnSpc>
                <a:spcPct val="100000"/>
              </a:lnSpc>
              <a:spcBef>
                <a:spcPts val="0"/>
              </a:spcBef>
              <a:spcAft>
                <a:spcPts val="0"/>
              </a:spcAft>
              <a:buSzPts val="900"/>
              <a:buChar char="○"/>
              <a:defRPr/>
            </a:lvl8pPr>
            <a:lvl9pPr indent="-285750" lvl="8" marL="4114800" algn="l">
              <a:lnSpc>
                <a:spcPct val="100000"/>
              </a:lnSpc>
              <a:spcBef>
                <a:spcPts val="0"/>
              </a:spcBef>
              <a:spcAft>
                <a:spcPts val="0"/>
              </a:spcAft>
              <a:buSzPts val="900"/>
              <a:buChar char="■"/>
              <a:defRPr/>
            </a:lvl9pPr>
          </a:lstStyle>
          <a:p/>
        </p:txBody>
      </p:sp>
      <p:sp>
        <p:nvSpPr>
          <p:cNvPr id="280" name="Google Shape;280;p39"/>
          <p:cNvSpPr txBox="1"/>
          <p:nvPr>
            <p:ph idx="3" type="body"/>
          </p:nvPr>
        </p:nvSpPr>
        <p:spPr>
          <a:xfrm>
            <a:off x="228600" y="3719575"/>
            <a:ext cx="2171400" cy="749400"/>
          </a:xfrm>
          <a:prstGeom prst="rect">
            <a:avLst/>
          </a:prstGeom>
          <a:noFill/>
          <a:ln>
            <a:noFill/>
          </a:ln>
        </p:spPr>
        <p:txBody>
          <a:bodyPr anchorCtr="0" anchor="t" bIns="91425" lIns="91425" spcFirstLastPara="1" rIns="91425" wrap="square" tIns="91425">
            <a:noAutofit/>
          </a:bodyPr>
          <a:lstStyle>
            <a:lvl1pPr indent="-285750" lvl="0" marL="457200" algn="l">
              <a:lnSpc>
                <a:spcPct val="100000"/>
              </a:lnSpc>
              <a:spcBef>
                <a:spcPts val="0"/>
              </a:spcBef>
              <a:spcAft>
                <a:spcPts val="0"/>
              </a:spcAft>
              <a:buSzPts val="900"/>
              <a:buChar char="●"/>
              <a:defRPr/>
            </a:lvl1pPr>
            <a:lvl2pPr indent="-285750" lvl="1" marL="914400" algn="l">
              <a:lnSpc>
                <a:spcPct val="100000"/>
              </a:lnSpc>
              <a:spcBef>
                <a:spcPts val="0"/>
              </a:spcBef>
              <a:spcAft>
                <a:spcPts val="0"/>
              </a:spcAft>
              <a:buSzPts val="900"/>
              <a:buChar char="○"/>
              <a:defRPr/>
            </a:lvl2pPr>
            <a:lvl3pPr indent="-285750" lvl="2" marL="1371600" algn="l">
              <a:lnSpc>
                <a:spcPct val="100000"/>
              </a:lnSpc>
              <a:spcBef>
                <a:spcPts val="0"/>
              </a:spcBef>
              <a:spcAft>
                <a:spcPts val="0"/>
              </a:spcAft>
              <a:buSzPts val="900"/>
              <a:buChar char="■"/>
              <a:defRPr/>
            </a:lvl3pPr>
            <a:lvl4pPr indent="-285750" lvl="3" marL="1828800" algn="l">
              <a:lnSpc>
                <a:spcPct val="100000"/>
              </a:lnSpc>
              <a:spcBef>
                <a:spcPts val="0"/>
              </a:spcBef>
              <a:spcAft>
                <a:spcPts val="0"/>
              </a:spcAft>
              <a:buSzPts val="900"/>
              <a:buChar char="●"/>
              <a:defRPr/>
            </a:lvl4pPr>
            <a:lvl5pPr indent="-285750" lvl="4" marL="2286000" algn="l">
              <a:lnSpc>
                <a:spcPct val="100000"/>
              </a:lnSpc>
              <a:spcBef>
                <a:spcPts val="0"/>
              </a:spcBef>
              <a:spcAft>
                <a:spcPts val="0"/>
              </a:spcAft>
              <a:buSzPts val="900"/>
              <a:buChar char="○"/>
              <a:defRPr/>
            </a:lvl5pPr>
            <a:lvl6pPr indent="-285750" lvl="5" marL="2743200" algn="l">
              <a:lnSpc>
                <a:spcPct val="100000"/>
              </a:lnSpc>
              <a:spcBef>
                <a:spcPts val="0"/>
              </a:spcBef>
              <a:spcAft>
                <a:spcPts val="0"/>
              </a:spcAft>
              <a:buSzPts val="900"/>
              <a:buChar char="■"/>
              <a:defRPr/>
            </a:lvl6pPr>
            <a:lvl7pPr indent="-285750" lvl="6" marL="3200400" algn="l">
              <a:lnSpc>
                <a:spcPct val="100000"/>
              </a:lnSpc>
              <a:spcBef>
                <a:spcPts val="0"/>
              </a:spcBef>
              <a:spcAft>
                <a:spcPts val="0"/>
              </a:spcAft>
              <a:buSzPts val="900"/>
              <a:buChar char="●"/>
              <a:defRPr/>
            </a:lvl7pPr>
            <a:lvl8pPr indent="-285750" lvl="7" marL="3657600" algn="l">
              <a:lnSpc>
                <a:spcPct val="100000"/>
              </a:lnSpc>
              <a:spcBef>
                <a:spcPts val="0"/>
              </a:spcBef>
              <a:spcAft>
                <a:spcPts val="0"/>
              </a:spcAft>
              <a:buSzPts val="900"/>
              <a:buChar char="○"/>
              <a:defRPr/>
            </a:lvl8pPr>
            <a:lvl9pPr indent="-285750" lvl="8" marL="4114800" algn="l">
              <a:lnSpc>
                <a:spcPct val="100000"/>
              </a:lnSpc>
              <a:spcBef>
                <a:spcPts val="0"/>
              </a:spcBef>
              <a:spcAft>
                <a:spcPts val="0"/>
              </a:spcAft>
              <a:buSzPts val="900"/>
              <a:buChar char="■"/>
              <a:defRPr/>
            </a:lvl9pPr>
          </a:lstStyle>
          <a:p/>
        </p:txBody>
      </p:sp>
      <p:cxnSp>
        <p:nvCxnSpPr>
          <p:cNvPr id="281" name="Google Shape;281;p39"/>
          <p:cNvCxnSpPr/>
          <p:nvPr/>
        </p:nvCxnSpPr>
        <p:spPr>
          <a:xfrm flipH="1" rot="10800000">
            <a:off x="225750" y="4678950"/>
            <a:ext cx="8692500" cy="5700"/>
          </a:xfrm>
          <a:prstGeom prst="straightConnector1">
            <a:avLst/>
          </a:prstGeom>
          <a:noFill/>
          <a:ln cap="flat" cmpd="sng" w="9525">
            <a:solidFill>
              <a:schemeClr val="dk1"/>
            </a:solidFill>
            <a:prstDash val="solid"/>
            <a:round/>
            <a:headEnd len="sm" w="sm" type="none"/>
            <a:tailEnd len="sm" w="sm" type="none"/>
          </a:ln>
        </p:spPr>
      </p:cxnSp>
      <p:sp>
        <p:nvSpPr>
          <p:cNvPr id="282" name="Google Shape;282;p39"/>
          <p:cNvSpPr txBox="1"/>
          <p:nvPr>
            <p:ph type="title"/>
          </p:nvPr>
        </p:nvSpPr>
        <p:spPr>
          <a:xfrm>
            <a:off x="228600" y="164350"/>
            <a:ext cx="2670300" cy="28731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6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_1_1">
    <p:spTree>
      <p:nvGrpSpPr>
        <p:cNvPr id="283" name="Shape 283"/>
        <p:cNvGrpSpPr/>
        <p:nvPr/>
      </p:nvGrpSpPr>
      <p:grpSpPr>
        <a:xfrm>
          <a:off x="0" y="0"/>
          <a:ext cx="0" cy="0"/>
          <a:chOff x="0" y="0"/>
          <a:chExt cx="0" cy="0"/>
        </a:xfrm>
      </p:grpSpPr>
      <p:sp>
        <p:nvSpPr>
          <p:cNvPr id="284" name="Google Shape;284;p40"/>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285" name="Google Shape;285;p40"/>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Autofit/>
          </a:bodyPr>
          <a:lstStyle>
            <a:lvl1pPr indent="-304800" lvl="0" marL="457200" algn="l">
              <a:lnSpc>
                <a:spcPct val="100000"/>
              </a:lnSpc>
              <a:spcBef>
                <a:spcPts val="0"/>
              </a:spcBef>
              <a:spcAft>
                <a:spcPts val="0"/>
              </a:spcAft>
              <a:buSzPts val="1200"/>
              <a:buChar char="●"/>
              <a:defRPr sz="1200"/>
            </a:lvl1pPr>
            <a:lvl2pPr indent="-304800" lvl="1" marL="914400" algn="l">
              <a:lnSpc>
                <a:spcPct val="100000"/>
              </a:lnSpc>
              <a:spcBef>
                <a:spcPts val="0"/>
              </a:spcBef>
              <a:spcAft>
                <a:spcPts val="0"/>
              </a:spcAft>
              <a:buSzPts val="1200"/>
              <a:buChar char="○"/>
              <a:defRPr sz="1200"/>
            </a:lvl2pPr>
            <a:lvl3pPr indent="-304800" lvl="2" marL="1371600" algn="l">
              <a:lnSpc>
                <a:spcPct val="100000"/>
              </a:lnSpc>
              <a:spcBef>
                <a:spcPts val="0"/>
              </a:spcBef>
              <a:spcAft>
                <a:spcPts val="0"/>
              </a:spcAft>
              <a:buSzPts val="1200"/>
              <a:buChar char="■"/>
              <a:defRPr sz="1200"/>
            </a:lvl3pPr>
            <a:lvl4pPr indent="-304800" lvl="3" marL="1828800" algn="l">
              <a:lnSpc>
                <a:spcPct val="100000"/>
              </a:lnSpc>
              <a:spcBef>
                <a:spcPts val="0"/>
              </a:spcBef>
              <a:spcAft>
                <a:spcPts val="0"/>
              </a:spcAft>
              <a:buSzPts val="1200"/>
              <a:buChar char="●"/>
              <a:defRPr sz="1200"/>
            </a:lvl4pPr>
            <a:lvl5pPr indent="-304800" lvl="4" marL="2286000" algn="l">
              <a:lnSpc>
                <a:spcPct val="100000"/>
              </a:lnSpc>
              <a:spcBef>
                <a:spcPts val="0"/>
              </a:spcBef>
              <a:spcAft>
                <a:spcPts val="0"/>
              </a:spcAft>
              <a:buSzPts val="1200"/>
              <a:buChar char="○"/>
              <a:defRPr sz="1200"/>
            </a:lvl5pPr>
            <a:lvl6pPr indent="-304800" lvl="5" marL="2743200" algn="l">
              <a:lnSpc>
                <a:spcPct val="100000"/>
              </a:lnSpc>
              <a:spcBef>
                <a:spcPts val="0"/>
              </a:spcBef>
              <a:spcAft>
                <a:spcPts val="0"/>
              </a:spcAft>
              <a:buSzPts val="1200"/>
              <a:buChar char="■"/>
              <a:defRPr sz="1200"/>
            </a:lvl6pPr>
            <a:lvl7pPr indent="-304800" lvl="6" marL="3200400" algn="l">
              <a:lnSpc>
                <a:spcPct val="100000"/>
              </a:lnSpc>
              <a:spcBef>
                <a:spcPts val="0"/>
              </a:spcBef>
              <a:spcAft>
                <a:spcPts val="0"/>
              </a:spcAft>
              <a:buSzPts val="1200"/>
              <a:buChar char="●"/>
              <a:defRPr sz="1200"/>
            </a:lvl7pPr>
            <a:lvl8pPr indent="-304800" lvl="7" marL="3657600" algn="l">
              <a:lnSpc>
                <a:spcPct val="100000"/>
              </a:lnSpc>
              <a:spcBef>
                <a:spcPts val="0"/>
              </a:spcBef>
              <a:spcAft>
                <a:spcPts val="0"/>
              </a:spcAft>
              <a:buSzPts val="1200"/>
              <a:buChar char="○"/>
              <a:defRPr sz="1200"/>
            </a:lvl8pPr>
            <a:lvl9pPr indent="-304800" lvl="8" marL="4114800" algn="l">
              <a:lnSpc>
                <a:spcPct val="100000"/>
              </a:lnSpc>
              <a:spcBef>
                <a:spcPts val="0"/>
              </a:spcBef>
              <a:spcAft>
                <a:spcPts val="0"/>
              </a:spcAft>
              <a:buSzPts val="1200"/>
              <a:buChar char="■"/>
              <a:defRPr sz="1200"/>
            </a:lvl9pPr>
          </a:lstStyle>
          <a:p/>
        </p:txBody>
      </p:sp>
      <p:sp>
        <p:nvSpPr>
          <p:cNvPr id="286" name="Google Shape;286;p4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_1">
    <p:spTree>
      <p:nvGrpSpPr>
        <p:cNvPr id="287" name="Shape 287"/>
        <p:cNvGrpSpPr/>
        <p:nvPr/>
      </p:nvGrpSpPr>
      <p:grpSpPr>
        <a:xfrm>
          <a:off x="0" y="0"/>
          <a:ext cx="0" cy="0"/>
          <a:chOff x="0" y="0"/>
          <a:chExt cx="0" cy="0"/>
        </a:xfrm>
      </p:grpSpPr>
      <p:sp>
        <p:nvSpPr>
          <p:cNvPr id="288" name="Google Shape;288;p41"/>
          <p:cNvSpPr/>
          <p:nvPr/>
        </p:nvSpPr>
        <p:spPr>
          <a:xfrm>
            <a:off x="4572000" y="-12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9" name="Google Shape;289;p41"/>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290" name="Google Shape;290;p41"/>
          <p:cNvSpPr txBox="1"/>
          <p:nvPr>
            <p:ph idx="1" type="subTitle"/>
          </p:nvPr>
        </p:nvSpPr>
        <p:spPr>
          <a:xfrm>
            <a:off x="265500" y="2803075"/>
            <a:ext cx="4045200" cy="12351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291" name="Google Shape;291;p41"/>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Autofit/>
          </a:bodyPr>
          <a:lstStyle>
            <a:lvl1pPr indent="-285750" lvl="0" marL="457200" algn="l">
              <a:lnSpc>
                <a:spcPct val="100000"/>
              </a:lnSpc>
              <a:spcBef>
                <a:spcPts val="0"/>
              </a:spcBef>
              <a:spcAft>
                <a:spcPts val="0"/>
              </a:spcAft>
              <a:buClr>
                <a:schemeClr val="lt1"/>
              </a:buClr>
              <a:buSzPts val="900"/>
              <a:buChar char="●"/>
              <a:defRPr>
                <a:solidFill>
                  <a:schemeClr val="lt1"/>
                </a:solidFill>
              </a:defRPr>
            </a:lvl1pPr>
            <a:lvl2pPr indent="-285750" lvl="1" marL="914400" algn="l">
              <a:lnSpc>
                <a:spcPct val="100000"/>
              </a:lnSpc>
              <a:spcBef>
                <a:spcPts val="0"/>
              </a:spcBef>
              <a:spcAft>
                <a:spcPts val="0"/>
              </a:spcAft>
              <a:buClr>
                <a:schemeClr val="lt1"/>
              </a:buClr>
              <a:buSzPts val="900"/>
              <a:buChar char="○"/>
              <a:defRPr>
                <a:solidFill>
                  <a:schemeClr val="lt1"/>
                </a:solidFill>
              </a:defRPr>
            </a:lvl2pPr>
            <a:lvl3pPr indent="-285750" lvl="2" marL="1371600" algn="l">
              <a:lnSpc>
                <a:spcPct val="100000"/>
              </a:lnSpc>
              <a:spcBef>
                <a:spcPts val="0"/>
              </a:spcBef>
              <a:spcAft>
                <a:spcPts val="0"/>
              </a:spcAft>
              <a:buClr>
                <a:schemeClr val="lt1"/>
              </a:buClr>
              <a:buSzPts val="900"/>
              <a:buChar char="■"/>
              <a:defRPr>
                <a:solidFill>
                  <a:schemeClr val="lt1"/>
                </a:solidFill>
              </a:defRPr>
            </a:lvl3pPr>
            <a:lvl4pPr indent="-285750" lvl="3" marL="1828800" algn="l">
              <a:lnSpc>
                <a:spcPct val="100000"/>
              </a:lnSpc>
              <a:spcBef>
                <a:spcPts val="0"/>
              </a:spcBef>
              <a:spcAft>
                <a:spcPts val="0"/>
              </a:spcAft>
              <a:buClr>
                <a:schemeClr val="lt1"/>
              </a:buClr>
              <a:buSzPts val="900"/>
              <a:buChar char="●"/>
              <a:defRPr>
                <a:solidFill>
                  <a:schemeClr val="lt1"/>
                </a:solidFill>
              </a:defRPr>
            </a:lvl4pPr>
            <a:lvl5pPr indent="-285750" lvl="4" marL="2286000" algn="l">
              <a:lnSpc>
                <a:spcPct val="100000"/>
              </a:lnSpc>
              <a:spcBef>
                <a:spcPts val="0"/>
              </a:spcBef>
              <a:spcAft>
                <a:spcPts val="0"/>
              </a:spcAft>
              <a:buClr>
                <a:schemeClr val="lt1"/>
              </a:buClr>
              <a:buSzPts val="900"/>
              <a:buChar char="○"/>
              <a:defRPr>
                <a:solidFill>
                  <a:schemeClr val="lt1"/>
                </a:solidFill>
              </a:defRPr>
            </a:lvl5pPr>
            <a:lvl6pPr indent="-285750" lvl="5" marL="2743200" algn="l">
              <a:lnSpc>
                <a:spcPct val="100000"/>
              </a:lnSpc>
              <a:spcBef>
                <a:spcPts val="0"/>
              </a:spcBef>
              <a:spcAft>
                <a:spcPts val="0"/>
              </a:spcAft>
              <a:buClr>
                <a:schemeClr val="lt1"/>
              </a:buClr>
              <a:buSzPts val="900"/>
              <a:buChar char="■"/>
              <a:defRPr>
                <a:solidFill>
                  <a:schemeClr val="lt1"/>
                </a:solidFill>
              </a:defRPr>
            </a:lvl6pPr>
            <a:lvl7pPr indent="-285750" lvl="6" marL="3200400" algn="l">
              <a:lnSpc>
                <a:spcPct val="100000"/>
              </a:lnSpc>
              <a:spcBef>
                <a:spcPts val="0"/>
              </a:spcBef>
              <a:spcAft>
                <a:spcPts val="0"/>
              </a:spcAft>
              <a:buClr>
                <a:schemeClr val="lt1"/>
              </a:buClr>
              <a:buSzPts val="900"/>
              <a:buChar char="●"/>
              <a:defRPr>
                <a:solidFill>
                  <a:schemeClr val="lt1"/>
                </a:solidFill>
              </a:defRPr>
            </a:lvl7pPr>
            <a:lvl8pPr indent="-285750" lvl="7" marL="3657600" algn="l">
              <a:lnSpc>
                <a:spcPct val="100000"/>
              </a:lnSpc>
              <a:spcBef>
                <a:spcPts val="0"/>
              </a:spcBef>
              <a:spcAft>
                <a:spcPts val="0"/>
              </a:spcAft>
              <a:buClr>
                <a:schemeClr val="lt1"/>
              </a:buClr>
              <a:buSzPts val="900"/>
              <a:buChar char="○"/>
              <a:defRPr>
                <a:solidFill>
                  <a:schemeClr val="lt1"/>
                </a:solidFill>
              </a:defRPr>
            </a:lvl8pPr>
            <a:lvl9pPr indent="-285750" lvl="8" marL="4114800" algn="l">
              <a:lnSpc>
                <a:spcPct val="100000"/>
              </a:lnSpc>
              <a:spcBef>
                <a:spcPts val="0"/>
              </a:spcBef>
              <a:spcAft>
                <a:spcPts val="0"/>
              </a:spcAft>
              <a:buClr>
                <a:schemeClr val="lt1"/>
              </a:buClr>
              <a:buSzPts val="900"/>
              <a:buChar char="■"/>
              <a:defRPr>
                <a:solidFill>
                  <a:schemeClr val="lt1"/>
                </a:solidFill>
              </a:defRPr>
            </a:lvl9pPr>
          </a:lstStyle>
          <a:p/>
        </p:txBody>
      </p:sp>
      <p:sp>
        <p:nvSpPr>
          <p:cNvPr id="292" name="Google Shape;292;p4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CUSTOM_8_1_2">
    <p:spTree>
      <p:nvGrpSpPr>
        <p:cNvPr id="293" name="Shape 293"/>
        <p:cNvGrpSpPr/>
        <p:nvPr/>
      </p:nvGrpSpPr>
      <p:grpSpPr>
        <a:xfrm>
          <a:off x="0" y="0"/>
          <a:ext cx="0" cy="0"/>
          <a:chOff x="0" y="0"/>
          <a:chExt cx="0" cy="0"/>
        </a:xfrm>
      </p:grpSpPr>
      <p:sp>
        <p:nvSpPr>
          <p:cNvPr id="294" name="Google Shape;294;p4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6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95" name="Google Shape;295;p42"/>
          <p:cNvSpPr txBox="1"/>
          <p:nvPr>
            <p:ph idx="1" type="body"/>
          </p:nvPr>
        </p:nvSpPr>
        <p:spPr>
          <a:xfrm>
            <a:off x="311700" y="1152475"/>
            <a:ext cx="4473900" cy="3416400"/>
          </a:xfrm>
          <a:prstGeom prst="rect">
            <a:avLst/>
          </a:prstGeom>
          <a:noFill/>
          <a:ln>
            <a:noFill/>
          </a:ln>
        </p:spPr>
        <p:txBody>
          <a:bodyPr anchorCtr="0" anchor="t" bIns="91425" lIns="91425" spcFirstLastPara="1" rIns="91425" wrap="square" tIns="91425">
            <a:noAutofit/>
          </a:bodyPr>
          <a:lstStyle>
            <a:lvl1pPr indent="-285750" lvl="0" marL="457200" algn="l">
              <a:lnSpc>
                <a:spcPct val="100000"/>
              </a:lnSpc>
              <a:spcBef>
                <a:spcPts val="0"/>
              </a:spcBef>
              <a:spcAft>
                <a:spcPts val="0"/>
              </a:spcAft>
              <a:buSzPts val="900"/>
              <a:buChar char="●"/>
              <a:defRPr/>
            </a:lvl1pPr>
            <a:lvl2pPr indent="-285750" lvl="1" marL="914400" algn="l">
              <a:lnSpc>
                <a:spcPct val="100000"/>
              </a:lnSpc>
              <a:spcBef>
                <a:spcPts val="0"/>
              </a:spcBef>
              <a:spcAft>
                <a:spcPts val="0"/>
              </a:spcAft>
              <a:buSzPts val="900"/>
              <a:buChar char="○"/>
              <a:defRPr/>
            </a:lvl2pPr>
            <a:lvl3pPr indent="-285750" lvl="2" marL="1371600" algn="l">
              <a:lnSpc>
                <a:spcPct val="100000"/>
              </a:lnSpc>
              <a:spcBef>
                <a:spcPts val="0"/>
              </a:spcBef>
              <a:spcAft>
                <a:spcPts val="0"/>
              </a:spcAft>
              <a:buSzPts val="900"/>
              <a:buChar char="■"/>
              <a:defRPr/>
            </a:lvl3pPr>
            <a:lvl4pPr indent="-285750" lvl="3" marL="1828800" algn="l">
              <a:lnSpc>
                <a:spcPct val="100000"/>
              </a:lnSpc>
              <a:spcBef>
                <a:spcPts val="0"/>
              </a:spcBef>
              <a:spcAft>
                <a:spcPts val="0"/>
              </a:spcAft>
              <a:buSzPts val="900"/>
              <a:buChar char="●"/>
              <a:defRPr/>
            </a:lvl4pPr>
            <a:lvl5pPr indent="-285750" lvl="4" marL="2286000" algn="l">
              <a:lnSpc>
                <a:spcPct val="100000"/>
              </a:lnSpc>
              <a:spcBef>
                <a:spcPts val="0"/>
              </a:spcBef>
              <a:spcAft>
                <a:spcPts val="0"/>
              </a:spcAft>
              <a:buSzPts val="900"/>
              <a:buChar char="○"/>
              <a:defRPr/>
            </a:lvl5pPr>
            <a:lvl6pPr indent="-285750" lvl="5" marL="2743200" algn="l">
              <a:lnSpc>
                <a:spcPct val="100000"/>
              </a:lnSpc>
              <a:spcBef>
                <a:spcPts val="0"/>
              </a:spcBef>
              <a:spcAft>
                <a:spcPts val="0"/>
              </a:spcAft>
              <a:buSzPts val="900"/>
              <a:buChar char="■"/>
              <a:defRPr/>
            </a:lvl6pPr>
            <a:lvl7pPr indent="-285750" lvl="6" marL="3200400" algn="l">
              <a:lnSpc>
                <a:spcPct val="100000"/>
              </a:lnSpc>
              <a:spcBef>
                <a:spcPts val="0"/>
              </a:spcBef>
              <a:spcAft>
                <a:spcPts val="0"/>
              </a:spcAft>
              <a:buSzPts val="900"/>
              <a:buChar char="●"/>
              <a:defRPr/>
            </a:lvl7pPr>
            <a:lvl8pPr indent="-285750" lvl="7" marL="3657600" algn="l">
              <a:lnSpc>
                <a:spcPct val="100000"/>
              </a:lnSpc>
              <a:spcBef>
                <a:spcPts val="0"/>
              </a:spcBef>
              <a:spcAft>
                <a:spcPts val="0"/>
              </a:spcAft>
              <a:buSzPts val="900"/>
              <a:buChar char="○"/>
              <a:defRPr/>
            </a:lvl8pPr>
            <a:lvl9pPr indent="-285750" lvl="8" marL="4114800" algn="l">
              <a:lnSpc>
                <a:spcPct val="100000"/>
              </a:lnSpc>
              <a:spcBef>
                <a:spcPts val="0"/>
              </a:spcBef>
              <a:spcAft>
                <a:spcPts val="0"/>
              </a:spcAft>
              <a:buSzPts val="900"/>
              <a:buChar char="■"/>
              <a:defRPr/>
            </a:lvl9pPr>
          </a:lstStyle>
          <a:p/>
        </p:txBody>
      </p:sp>
      <p:sp>
        <p:nvSpPr>
          <p:cNvPr id="296" name="Google Shape;296;p42"/>
          <p:cNvSpPr/>
          <p:nvPr>
            <p:ph idx="2" type="pic"/>
          </p:nvPr>
        </p:nvSpPr>
        <p:spPr>
          <a:xfrm>
            <a:off x="4992024" y="1152775"/>
            <a:ext cx="3840300" cy="3416400"/>
          </a:xfrm>
          <a:prstGeom prst="rect">
            <a:avLst/>
          </a:prstGeom>
          <a:noFill/>
          <a:ln>
            <a:noFill/>
          </a:ln>
        </p:spPr>
      </p:sp>
      <p:sp>
        <p:nvSpPr>
          <p:cNvPr id="297" name="Google Shape;297;p4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CUSTOM_11">
    <p:spTree>
      <p:nvGrpSpPr>
        <p:cNvPr id="298" name="Shape 298"/>
        <p:cNvGrpSpPr/>
        <p:nvPr/>
      </p:nvGrpSpPr>
      <p:grpSpPr>
        <a:xfrm>
          <a:off x="0" y="0"/>
          <a:ext cx="0" cy="0"/>
          <a:chOff x="0" y="0"/>
          <a:chExt cx="0" cy="0"/>
        </a:xfrm>
      </p:grpSpPr>
      <p:sp>
        <p:nvSpPr>
          <p:cNvPr id="299" name="Google Shape;299;p43"/>
          <p:cNvSpPr txBox="1"/>
          <p:nvPr>
            <p:ph idx="12" type="sldNum"/>
          </p:nvPr>
        </p:nvSpPr>
        <p:spPr>
          <a:xfrm>
            <a:off x="7426775" y="4679000"/>
            <a:ext cx="1502400" cy="3243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9pPr>
          </a:lstStyle>
          <a:p>
            <a:pPr indent="0" lvl="0" marL="0" rtl="0" algn="r">
              <a:spcBef>
                <a:spcPts val="0"/>
              </a:spcBef>
              <a:spcAft>
                <a:spcPts val="0"/>
              </a:spcAft>
              <a:buNone/>
            </a:pPr>
            <a:fld id="{00000000-1234-1234-1234-123412341234}" type="slidenum">
              <a:rPr lang="en"/>
              <a:t>‹#›</a:t>
            </a:fld>
            <a:endParaRPr/>
          </a:p>
        </p:txBody>
      </p:sp>
      <p:sp>
        <p:nvSpPr>
          <p:cNvPr id="300" name="Google Shape;300;p43"/>
          <p:cNvSpPr/>
          <p:nvPr>
            <p:ph idx="2" type="pic"/>
          </p:nvPr>
        </p:nvSpPr>
        <p:spPr>
          <a:xfrm>
            <a:off x="4633050" y="1196050"/>
            <a:ext cx="4282500" cy="1761000"/>
          </a:xfrm>
          <a:prstGeom prst="rect">
            <a:avLst/>
          </a:prstGeom>
          <a:noFill/>
          <a:ln>
            <a:noFill/>
          </a:ln>
        </p:spPr>
      </p:sp>
      <p:sp>
        <p:nvSpPr>
          <p:cNvPr id="301" name="Google Shape;301;p43"/>
          <p:cNvSpPr/>
          <p:nvPr>
            <p:ph idx="3" type="pic"/>
          </p:nvPr>
        </p:nvSpPr>
        <p:spPr>
          <a:xfrm>
            <a:off x="228600" y="1196050"/>
            <a:ext cx="4282500" cy="1761000"/>
          </a:xfrm>
          <a:prstGeom prst="rect">
            <a:avLst/>
          </a:prstGeom>
          <a:noFill/>
          <a:ln>
            <a:noFill/>
          </a:ln>
        </p:spPr>
      </p:sp>
      <p:cxnSp>
        <p:nvCxnSpPr>
          <p:cNvPr id="302" name="Google Shape;302;p43"/>
          <p:cNvCxnSpPr/>
          <p:nvPr/>
        </p:nvCxnSpPr>
        <p:spPr>
          <a:xfrm flipH="1" rot="10800000">
            <a:off x="225750" y="4678950"/>
            <a:ext cx="8692500" cy="5700"/>
          </a:xfrm>
          <a:prstGeom prst="straightConnector1">
            <a:avLst/>
          </a:prstGeom>
          <a:noFill/>
          <a:ln cap="flat" cmpd="sng" w="9525">
            <a:solidFill>
              <a:schemeClr val="dk1"/>
            </a:solidFill>
            <a:prstDash val="solid"/>
            <a:round/>
            <a:headEnd len="sm" w="sm" type="none"/>
            <a:tailEnd len="sm" w="sm" type="none"/>
          </a:ln>
        </p:spPr>
      </p:cxnSp>
      <p:sp>
        <p:nvSpPr>
          <p:cNvPr id="303" name="Google Shape;303;p43"/>
          <p:cNvSpPr txBox="1"/>
          <p:nvPr>
            <p:ph type="title"/>
          </p:nvPr>
        </p:nvSpPr>
        <p:spPr>
          <a:xfrm>
            <a:off x="229450" y="164350"/>
            <a:ext cx="8686800" cy="8745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6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04" name="Google Shape;304;p43"/>
          <p:cNvSpPr txBox="1"/>
          <p:nvPr>
            <p:ph idx="1" type="body"/>
          </p:nvPr>
        </p:nvSpPr>
        <p:spPr>
          <a:xfrm>
            <a:off x="229450" y="3455950"/>
            <a:ext cx="4061100" cy="1054200"/>
          </a:xfrm>
          <a:prstGeom prst="rect">
            <a:avLst/>
          </a:prstGeom>
          <a:noFill/>
          <a:ln>
            <a:noFill/>
          </a:ln>
        </p:spPr>
        <p:txBody>
          <a:bodyPr anchorCtr="0" anchor="t" bIns="91425" lIns="91425" spcFirstLastPara="1" rIns="91425" wrap="square" tIns="91425">
            <a:noAutofit/>
          </a:bodyPr>
          <a:lstStyle>
            <a:lvl1pPr indent="-285750" lvl="0" marL="457200" algn="l">
              <a:lnSpc>
                <a:spcPct val="100000"/>
              </a:lnSpc>
              <a:spcBef>
                <a:spcPts val="0"/>
              </a:spcBef>
              <a:spcAft>
                <a:spcPts val="0"/>
              </a:spcAft>
              <a:buSzPts val="900"/>
              <a:buChar char="●"/>
              <a:defRPr/>
            </a:lvl1pPr>
            <a:lvl2pPr indent="-285750" lvl="1" marL="914400" algn="l">
              <a:lnSpc>
                <a:spcPct val="100000"/>
              </a:lnSpc>
              <a:spcBef>
                <a:spcPts val="0"/>
              </a:spcBef>
              <a:spcAft>
                <a:spcPts val="0"/>
              </a:spcAft>
              <a:buSzPts val="900"/>
              <a:buChar char="○"/>
              <a:defRPr/>
            </a:lvl2pPr>
            <a:lvl3pPr indent="-285750" lvl="2" marL="1371600" algn="l">
              <a:lnSpc>
                <a:spcPct val="100000"/>
              </a:lnSpc>
              <a:spcBef>
                <a:spcPts val="0"/>
              </a:spcBef>
              <a:spcAft>
                <a:spcPts val="0"/>
              </a:spcAft>
              <a:buSzPts val="900"/>
              <a:buChar char="■"/>
              <a:defRPr/>
            </a:lvl3pPr>
            <a:lvl4pPr indent="-285750" lvl="3" marL="1828800" algn="l">
              <a:lnSpc>
                <a:spcPct val="100000"/>
              </a:lnSpc>
              <a:spcBef>
                <a:spcPts val="0"/>
              </a:spcBef>
              <a:spcAft>
                <a:spcPts val="0"/>
              </a:spcAft>
              <a:buSzPts val="900"/>
              <a:buChar char="●"/>
              <a:defRPr/>
            </a:lvl4pPr>
            <a:lvl5pPr indent="-285750" lvl="4" marL="2286000" algn="l">
              <a:lnSpc>
                <a:spcPct val="100000"/>
              </a:lnSpc>
              <a:spcBef>
                <a:spcPts val="0"/>
              </a:spcBef>
              <a:spcAft>
                <a:spcPts val="0"/>
              </a:spcAft>
              <a:buSzPts val="900"/>
              <a:buChar char="○"/>
              <a:defRPr/>
            </a:lvl5pPr>
            <a:lvl6pPr indent="-285750" lvl="5" marL="2743200" algn="l">
              <a:lnSpc>
                <a:spcPct val="100000"/>
              </a:lnSpc>
              <a:spcBef>
                <a:spcPts val="0"/>
              </a:spcBef>
              <a:spcAft>
                <a:spcPts val="0"/>
              </a:spcAft>
              <a:buSzPts val="900"/>
              <a:buChar char="■"/>
              <a:defRPr/>
            </a:lvl6pPr>
            <a:lvl7pPr indent="-285750" lvl="6" marL="3200400" algn="l">
              <a:lnSpc>
                <a:spcPct val="100000"/>
              </a:lnSpc>
              <a:spcBef>
                <a:spcPts val="0"/>
              </a:spcBef>
              <a:spcAft>
                <a:spcPts val="0"/>
              </a:spcAft>
              <a:buSzPts val="900"/>
              <a:buChar char="●"/>
              <a:defRPr/>
            </a:lvl7pPr>
            <a:lvl8pPr indent="-285750" lvl="7" marL="3657600" algn="l">
              <a:lnSpc>
                <a:spcPct val="100000"/>
              </a:lnSpc>
              <a:spcBef>
                <a:spcPts val="0"/>
              </a:spcBef>
              <a:spcAft>
                <a:spcPts val="0"/>
              </a:spcAft>
              <a:buSzPts val="900"/>
              <a:buChar char="○"/>
              <a:defRPr/>
            </a:lvl8pPr>
            <a:lvl9pPr indent="-285750" lvl="8" marL="4114800" algn="l">
              <a:lnSpc>
                <a:spcPct val="100000"/>
              </a:lnSpc>
              <a:spcBef>
                <a:spcPts val="0"/>
              </a:spcBef>
              <a:spcAft>
                <a:spcPts val="0"/>
              </a:spcAft>
              <a:buSzPts val="900"/>
              <a:buChar char="■"/>
              <a:defRPr/>
            </a:lvl9pPr>
          </a:lstStyle>
          <a:p/>
        </p:txBody>
      </p:sp>
      <p:sp>
        <p:nvSpPr>
          <p:cNvPr id="305" name="Google Shape;305;p43"/>
          <p:cNvSpPr txBox="1"/>
          <p:nvPr>
            <p:ph idx="4" type="subTitle"/>
          </p:nvPr>
        </p:nvSpPr>
        <p:spPr>
          <a:xfrm>
            <a:off x="229450" y="3127850"/>
            <a:ext cx="4061100" cy="3243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900"/>
              <a:buNone/>
              <a:defRPr b="1" sz="900"/>
            </a:lvl1pPr>
            <a:lvl2pPr lvl="1" algn="l">
              <a:lnSpc>
                <a:spcPct val="100000"/>
              </a:lnSpc>
              <a:spcBef>
                <a:spcPts val="0"/>
              </a:spcBef>
              <a:spcAft>
                <a:spcPts val="0"/>
              </a:spcAft>
              <a:buSzPts val="900"/>
              <a:buNone/>
              <a:defRPr b="1" sz="900"/>
            </a:lvl2pPr>
            <a:lvl3pPr lvl="2" algn="l">
              <a:lnSpc>
                <a:spcPct val="100000"/>
              </a:lnSpc>
              <a:spcBef>
                <a:spcPts val="0"/>
              </a:spcBef>
              <a:spcAft>
                <a:spcPts val="0"/>
              </a:spcAft>
              <a:buSzPts val="900"/>
              <a:buNone/>
              <a:defRPr b="1" sz="900"/>
            </a:lvl3pPr>
            <a:lvl4pPr lvl="3" algn="l">
              <a:lnSpc>
                <a:spcPct val="100000"/>
              </a:lnSpc>
              <a:spcBef>
                <a:spcPts val="0"/>
              </a:spcBef>
              <a:spcAft>
                <a:spcPts val="0"/>
              </a:spcAft>
              <a:buSzPts val="900"/>
              <a:buNone/>
              <a:defRPr b="1" sz="900"/>
            </a:lvl4pPr>
            <a:lvl5pPr lvl="4" algn="l">
              <a:lnSpc>
                <a:spcPct val="100000"/>
              </a:lnSpc>
              <a:spcBef>
                <a:spcPts val="0"/>
              </a:spcBef>
              <a:spcAft>
                <a:spcPts val="0"/>
              </a:spcAft>
              <a:buSzPts val="900"/>
              <a:buNone/>
              <a:defRPr b="1" sz="900"/>
            </a:lvl5pPr>
            <a:lvl6pPr lvl="5" algn="l">
              <a:lnSpc>
                <a:spcPct val="100000"/>
              </a:lnSpc>
              <a:spcBef>
                <a:spcPts val="0"/>
              </a:spcBef>
              <a:spcAft>
                <a:spcPts val="0"/>
              </a:spcAft>
              <a:buSzPts val="900"/>
              <a:buNone/>
              <a:defRPr b="1" sz="900"/>
            </a:lvl6pPr>
            <a:lvl7pPr lvl="6" algn="l">
              <a:lnSpc>
                <a:spcPct val="100000"/>
              </a:lnSpc>
              <a:spcBef>
                <a:spcPts val="0"/>
              </a:spcBef>
              <a:spcAft>
                <a:spcPts val="0"/>
              </a:spcAft>
              <a:buSzPts val="900"/>
              <a:buNone/>
              <a:defRPr b="1" sz="900"/>
            </a:lvl7pPr>
            <a:lvl8pPr lvl="7" algn="l">
              <a:lnSpc>
                <a:spcPct val="100000"/>
              </a:lnSpc>
              <a:spcBef>
                <a:spcPts val="0"/>
              </a:spcBef>
              <a:spcAft>
                <a:spcPts val="0"/>
              </a:spcAft>
              <a:buSzPts val="900"/>
              <a:buNone/>
              <a:defRPr b="1" sz="900"/>
            </a:lvl8pPr>
            <a:lvl9pPr lvl="8" algn="l">
              <a:lnSpc>
                <a:spcPct val="100000"/>
              </a:lnSpc>
              <a:spcBef>
                <a:spcPts val="0"/>
              </a:spcBef>
              <a:spcAft>
                <a:spcPts val="0"/>
              </a:spcAft>
              <a:buSzPts val="900"/>
              <a:buNone/>
              <a:defRPr b="1" sz="900"/>
            </a:lvl9pPr>
          </a:lstStyle>
          <a:p/>
        </p:txBody>
      </p:sp>
      <p:sp>
        <p:nvSpPr>
          <p:cNvPr id="306" name="Google Shape;306;p43"/>
          <p:cNvSpPr txBox="1"/>
          <p:nvPr>
            <p:ph idx="5" type="body"/>
          </p:nvPr>
        </p:nvSpPr>
        <p:spPr>
          <a:xfrm>
            <a:off x="4633050" y="3455950"/>
            <a:ext cx="4061100" cy="1054200"/>
          </a:xfrm>
          <a:prstGeom prst="rect">
            <a:avLst/>
          </a:prstGeom>
          <a:noFill/>
          <a:ln>
            <a:noFill/>
          </a:ln>
        </p:spPr>
        <p:txBody>
          <a:bodyPr anchorCtr="0" anchor="t" bIns="91425" lIns="91425" spcFirstLastPara="1" rIns="91425" wrap="square" tIns="91425">
            <a:noAutofit/>
          </a:bodyPr>
          <a:lstStyle>
            <a:lvl1pPr indent="-285750" lvl="0" marL="457200" algn="l">
              <a:lnSpc>
                <a:spcPct val="100000"/>
              </a:lnSpc>
              <a:spcBef>
                <a:spcPts val="0"/>
              </a:spcBef>
              <a:spcAft>
                <a:spcPts val="0"/>
              </a:spcAft>
              <a:buSzPts val="900"/>
              <a:buChar char="●"/>
              <a:defRPr/>
            </a:lvl1pPr>
            <a:lvl2pPr indent="-285750" lvl="1" marL="914400" algn="l">
              <a:lnSpc>
                <a:spcPct val="100000"/>
              </a:lnSpc>
              <a:spcBef>
                <a:spcPts val="0"/>
              </a:spcBef>
              <a:spcAft>
                <a:spcPts val="0"/>
              </a:spcAft>
              <a:buSzPts val="900"/>
              <a:buChar char="○"/>
              <a:defRPr/>
            </a:lvl2pPr>
            <a:lvl3pPr indent="-285750" lvl="2" marL="1371600" algn="l">
              <a:lnSpc>
                <a:spcPct val="100000"/>
              </a:lnSpc>
              <a:spcBef>
                <a:spcPts val="0"/>
              </a:spcBef>
              <a:spcAft>
                <a:spcPts val="0"/>
              </a:spcAft>
              <a:buSzPts val="900"/>
              <a:buChar char="■"/>
              <a:defRPr/>
            </a:lvl3pPr>
            <a:lvl4pPr indent="-285750" lvl="3" marL="1828800" algn="l">
              <a:lnSpc>
                <a:spcPct val="100000"/>
              </a:lnSpc>
              <a:spcBef>
                <a:spcPts val="0"/>
              </a:spcBef>
              <a:spcAft>
                <a:spcPts val="0"/>
              </a:spcAft>
              <a:buSzPts val="900"/>
              <a:buChar char="●"/>
              <a:defRPr/>
            </a:lvl4pPr>
            <a:lvl5pPr indent="-285750" lvl="4" marL="2286000" algn="l">
              <a:lnSpc>
                <a:spcPct val="100000"/>
              </a:lnSpc>
              <a:spcBef>
                <a:spcPts val="0"/>
              </a:spcBef>
              <a:spcAft>
                <a:spcPts val="0"/>
              </a:spcAft>
              <a:buSzPts val="900"/>
              <a:buChar char="○"/>
              <a:defRPr/>
            </a:lvl5pPr>
            <a:lvl6pPr indent="-285750" lvl="5" marL="2743200" algn="l">
              <a:lnSpc>
                <a:spcPct val="100000"/>
              </a:lnSpc>
              <a:spcBef>
                <a:spcPts val="0"/>
              </a:spcBef>
              <a:spcAft>
                <a:spcPts val="0"/>
              </a:spcAft>
              <a:buSzPts val="900"/>
              <a:buChar char="■"/>
              <a:defRPr/>
            </a:lvl6pPr>
            <a:lvl7pPr indent="-285750" lvl="6" marL="3200400" algn="l">
              <a:lnSpc>
                <a:spcPct val="100000"/>
              </a:lnSpc>
              <a:spcBef>
                <a:spcPts val="0"/>
              </a:spcBef>
              <a:spcAft>
                <a:spcPts val="0"/>
              </a:spcAft>
              <a:buSzPts val="900"/>
              <a:buChar char="●"/>
              <a:defRPr/>
            </a:lvl7pPr>
            <a:lvl8pPr indent="-285750" lvl="7" marL="3657600" algn="l">
              <a:lnSpc>
                <a:spcPct val="100000"/>
              </a:lnSpc>
              <a:spcBef>
                <a:spcPts val="0"/>
              </a:spcBef>
              <a:spcAft>
                <a:spcPts val="0"/>
              </a:spcAft>
              <a:buSzPts val="900"/>
              <a:buChar char="○"/>
              <a:defRPr/>
            </a:lvl8pPr>
            <a:lvl9pPr indent="-285750" lvl="8" marL="4114800" algn="l">
              <a:lnSpc>
                <a:spcPct val="100000"/>
              </a:lnSpc>
              <a:spcBef>
                <a:spcPts val="0"/>
              </a:spcBef>
              <a:spcAft>
                <a:spcPts val="0"/>
              </a:spcAft>
              <a:buSzPts val="900"/>
              <a:buChar char="■"/>
              <a:defRPr/>
            </a:lvl9pPr>
          </a:lstStyle>
          <a:p/>
        </p:txBody>
      </p:sp>
      <p:sp>
        <p:nvSpPr>
          <p:cNvPr id="307" name="Google Shape;307;p43"/>
          <p:cNvSpPr txBox="1"/>
          <p:nvPr>
            <p:ph idx="6" type="subTitle"/>
          </p:nvPr>
        </p:nvSpPr>
        <p:spPr>
          <a:xfrm>
            <a:off x="4633050" y="3127850"/>
            <a:ext cx="4061100" cy="3243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900"/>
              <a:buNone/>
              <a:defRPr b="1" sz="900"/>
            </a:lvl1pPr>
            <a:lvl2pPr lvl="1" algn="l">
              <a:lnSpc>
                <a:spcPct val="100000"/>
              </a:lnSpc>
              <a:spcBef>
                <a:spcPts val="0"/>
              </a:spcBef>
              <a:spcAft>
                <a:spcPts val="0"/>
              </a:spcAft>
              <a:buSzPts val="900"/>
              <a:buNone/>
              <a:defRPr b="1" sz="900"/>
            </a:lvl2pPr>
            <a:lvl3pPr lvl="2" algn="l">
              <a:lnSpc>
                <a:spcPct val="100000"/>
              </a:lnSpc>
              <a:spcBef>
                <a:spcPts val="0"/>
              </a:spcBef>
              <a:spcAft>
                <a:spcPts val="0"/>
              </a:spcAft>
              <a:buSzPts val="900"/>
              <a:buNone/>
              <a:defRPr b="1" sz="900"/>
            </a:lvl3pPr>
            <a:lvl4pPr lvl="3" algn="l">
              <a:lnSpc>
                <a:spcPct val="100000"/>
              </a:lnSpc>
              <a:spcBef>
                <a:spcPts val="0"/>
              </a:spcBef>
              <a:spcAft>
                <a:spcPts val="0"/>
              </a:spcAft>
              <a:buSzPts val="900"/>
              <a:buNone/>
              <a:defRPr b="1" sz="900"/>
            </a:lvl4pPr>
            <a:lvl5pPr lvl="4" algn="l">
              <a:lnSpc>
                <a:spcPct val="100000"/>
              </a:lnSpc>
              <a:spcBef>
                <a:spcPts val="0"/>
              </a:spcBef>
              <a:spcAft>
                <a:spcPts val="0"/>
              </a:spcAft>
              <a:buSzPts val="900"/>
              <a:buNone/>
              <a:defRPr b="1" sz="900"/>
            </a:lvl5pPr>
            <a:lvl6pPr lvl="5" algn="l">
              <a:lnSpc>
                <a:spcPct val="100000"/>
              </a:lnSpc>
              <a:spcBef>
                <a:spcPts val="0"/>
              </a:spcBef>
              <a:spcAft>
                <a:spcPts val="0"/>
              </a:spcAft>
              <a:buSzPts val="900"/>
              <a:buNone/>
              <a:defRPr b="1" sz="900"/>
            </a:lvl6pPr>
            <a:lvl7pPr lvl="6" algn="l">
              <a:lnSpc>
                <a:spcPct val="100000"/>
              </a:lnSpc>
              <a:spcBef>
                <a:spcPts val="0"/>
              </a:spcBef>
              <a:spcAft>
                <a:spcPts val="0"/>
              </a:spcAft>
              <a:buSzPts val="900"/>
              <a:buNone/>
              <a:defRPr b="1" sz="900"/>
            </a:lvl7pPr>
            <a:lvl8pPr lvl="7" algn="l">
              <a:lnSpc>
                <a:spcPct val="100000"/>
              </a:lnSpc>
              <a:spcBef>
                <a:spcPts val="0"/>
              </a:spcBef>
              <a:spcAft>
                <a:spcPts val="0"/>
              </a:spcAft>
              <a:buSzPts val="900"/>
              <a:buNone/>
              <a:defRPr b="1" sz="900"/>
            </a:lvl8pPr>
            <a:lvl9pPr lvl="8" algn="l">
              <a:lnSpc>
                <a:spcPct val="100000"/>
              </a:lnSpc>
              <a:spcBef>
                <a:spcPts val="0"/>
              </a:spcBef>
              <a:spcAft>
                <a:spcPts val="0"/>
              </a:spcAft>
              <a:buSzPts val="900"/>
              <a:buNone/>
              <a:defRPr b="1" sz="900"/>
            </a:lvl9pPr>
          </a:lstStyl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CUSTOM_11_1">
    <p:spTree>
      <p:nvGrpSpPr>
        <p:cNvPr id="308" name="Shape 308"/>
        <p:cNvGrpSpPr/>
        <p:nvPr/>
      </p:nvGrpSpPr>
      <p:grpSpPr>
        <a:xfrm>
          <a:off x="0" y="0"/>
          <a:ext cx="0" cy="0"/>
          <a:chOff x="0" y="0"/>
          <a:chExt cx="0" cy="0"/>
        </a:xfrm>
      </p:grpSpPr>
      <p:sp>
        <p:nvSpPr>
          <p:cNvPr id="309" name="Google Shape;309;p44"/>
          <p:cNvSpPr txBox="1"/>
          <p:nvPr>
            <p:ph idx="12" type="sldNum"/>
          </p:nvPr>
        </p:nvSpPr>
        <p:spPr>
          <a:xfrm>
            <a:off x="7426775" y="4679000"/>
            <a:ext cx="1502400" cy="3243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9pPr>
          </a:lstStyle>
          <a:p>
            <a:pPr indent="0" lvl="0" marL="0" rtl="0" algn="r">
              <a:spcBef>
                <a:spcPts val="0"/>
              </a:spcBef>
              <a:spcAft>
                <a:spcPts val="0"/>
              </a:spcAft>
              <a:buNone/>
            </a:pPr>
            <a:fld id="{00000000-1234-1234-1234-123412341234}" type="slidenum">
              <a:rPr lang="en"/>
              <a:t>‹#›</a:t>
            </a:fld>
            <a:endParaRPr/>
          </a:p>
        </p:txBody>
      </p:sp>
      <p:cxnSp>
        <p:nvCxnSpPr>
          <p:cNvPr id="310" name="Google Shape;310;p44"/>
          <p:cNvCxnSpPr/>
          <p:nvPr/>
        </p:nvCxnSpPr>
        <p:spPr>
          <a:xfrm flipH="1" rot="10800000">
            <a:off x="225750" y="4678950"/>
            <a:ext cx="8692500" cy="5700"/>
          </a:xfrm>
          <a:prstGeom prst="straightConnector1">
            <a:avLst/>
          </a:prstGeom>
          <a:noFill/>
          <a:ln cap="flat" cmpd="sng" w="9525">
            <a:solidFill>
              <a:schemeClr val="dk1"/>
            </a:solidFill>
            <a:prstDash val="solid"/>
            <a:round/>
            <a:headEnd len="sm" w="sm" type="none"/>
            <a:tailEnd len="sm" w="sm" type="none"/>
          </a:ln>
        </p:spPr>
      </p:cxnSp>
      <p:sp>
        <p:nvSpPr>
          <p:cNvPr id="311" name="Google Shape;311;p44"/>
          <p:cNvSpPr txBox="1"/>
          <p:nvPr>
            <p:ph type="title"/>
          </p:nvPr>
        </p:nvSpPr>
        <p:spPr>
          <a:xfrm>
            <a:off x="229450" y="164350"/>
            <a:ext cx="8686800" cy="8745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6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12" name="Google Shape;312;p44"/>
          <p:cNvSpPr/>
          <p:nvPr>
            <p:ph idx="2" type="pic"/>
          </p:nvPr>
        </p:nvSpPr>
        <p:spPr>
          <a:xfrm>
            <a:off x="228600" y="1196050"/>
            <a:ext cx="2820300" cy="1761000"/>
          </a:xfrm>
          <a:prstGeom prst="rect">
            <a:avLst/>
          </a:prstGeom>
          <a:noFill/>
          <a:ln>
            <a:noFill/>
          </a:ln>
        </p:spPr>
      </p:sp>
      <p:sp>
        <p:nvSpPr>
          <p:cNvPr id="313" name="Google Shape;313;p44"/>
          <p:cNvSpPr/>
          <p:nvPr>
            <p:ph idx="3" type="pic"/>
          </p:nvPr>
        </p:nvSpPr>
        <p:spPr>
          <a:xfrm>
            <a:off x="3161800" y="1196050"/>
            <a:ext cx="2820300" cy="1761000"/>
          </a:xfrm>
          <a:prstGeom prst="rect">
            <a:avLst/>
          </a:prstGeom>
          <a:noFill/>
          <a:ln>
            <a:noFill/>
          </a:ln>
        </p:spPr>
      </p:sp>
      <p:sp>
        <p:nvSpPr>
          <p:cNvPr id="314" name="Google Shape;314;p44"/>
          <p:cNvSpPr/>
          <p:nvPr>
            <p:ph idx="4" type="pic"/>
          </p:nvPr>
        </p:nvSpPr>
        <p:spPr>
          <a:xfrm>
            <a:off x="6095000" y="1196050"/>
            <a:ext cx="2820300" cy="1761000"/>
          </a:xfrm>
          <a:prstGeom prst="rect">
            <a:avLst/>
          </a:prstGeom>
          <a:noFill/>
          <a:ln>
            <a:noFill/>
          </a:ln>
        </p:spPr>
      </p:sp>
      <p:sp>
        <p:nvSpPr>
          <p:cNvPr id="315" name="Google Shape;315;p44"/>
          <p:cNvSpPr txBox="1"/>
          <p:nvPr>
            <p:ph idx="1" type="body"/>
          </p:nvPr>
        </p:nvSpPr>
        <p:spPr>
          <a:xfrm>
            <a:off x="229450" y="3455951"/>
            <a:ext cx="2834100" cy="1054200"/>
          </a:xfrm>
          <a:prstGeom prst="rect">
            <a:avLst/>
          </a:prstGeom>
          <a:noFill/>
          <a:ln>
            <a:noFill/>
          </a:ln>
        </p:spPr>
        <p:txBody>
          <a:bodyPr anchorCtr="0" anchor="t" bIns="91425" lIns="91425" spcFirstLastPara="1" rIns="91425" wrap="square" tIns="91425">
            <a:noAutofit/>
          </a:bodyPr>
          <a:lstStyle>
            <a:lvl1pPr indent="-285750" lvl="0" marL="457200" algn="l">
              <a:lnSpc>
                <a:spcPct val="100000"/>
              </a:lnSpc>
              <a:spcBef>
                <a:spcPts val="0"/>
              </a:spcBef>
              <a:spcAft>
                <a:spcPts val="0"/>
              </a:spcAft>
              <a:buSzPts val="900"/>
              <a:buChar char="●"/>
              <a:defRPr/>
            </a:lvl1pPr>
            <a:lvl2pPr indent="-285750" lvl="1" marL="914400" algn="l">
              <a:lnSpc>
                <a:spcPct val="100000"/>
              </a:lnSpc>
              <a:spcBef>
                <a:spcPts val="0"/>
              </a:spcBef>
              <a:spcAft>
                <a:spcPts val="0"/>
              </a:spcAft>
              <a:buSzPts val="900"/>
              <a:buChar char="○"/>
              <a:defRPr/>
            </a:lvl2pPr>
            <a:lvl3pPr indent="-285750" lvl="2" marL="1371600" algn="l">
              <a:lnSpc>
                <a:spcPct val="100000"/>
              </a:lnSpc>
              <a:spcBef>
                <a:spcPts val="0"/>
              </a:spcBef>
              <a:spcAft>
                <a:spcPts val="0"/>
              </a:spcAft>
              <a:buSzPts val="900"/>
              <a:buChar char="■"/>
              <a:defRPr/>
            </a:lvl3pPr>
            <a:lvl4pPr indent="-285750" lvl="3" marL="1828800" algn="l">
              <a:lnSpc>
                <a:spcPct val="100000"/>
              </a:lnSpc>
              <a:spcBef>
                <a:spcPts val="0"/>
              </a:spcBef>
              <a:spcAft>
                <a:spcPts val="0"/>
              </a:spcAft>
              <a:buSzPts val="900"/>
              <a:buChar char="●"/>
              <a:defRPr/>
            </a:lvl4pPr>
            <a:lvl5pPr indent="-285750" lvl="4" marL="2286000" algn="l">
              <a:lnSpc>
                <a:spcPct val="100000"/>
              </a:lnSpc>
              <a:spcBef>
                <a:spcPts val="0"/>
              </a:spcBef>
              <a:spcAft>
                <a:spcPts val="0"/>
              </a:spcAft>
              <a:buSzPts val="900"/>
              <a:buChar char="○"/>
              <a:defRPr/>
            </a:lvl5pPr>
            <a:lvl6pPr indent="-285750" lvl="5" marL="2743200" algn="l">
              <a:lnSpc>
                <a:spcPct val="100000"/>
              </a:lnSpc>
              <a:spcBef>
                <a:spcPts val="0"/>
              </a:spcBef>
              <a:spcAft>
                <a:spcPts val="0"/>
              </a:spcAft>
              <a:buSzPts val="900"/>
              <a:buChar char="■"/>
              <a:defRPr/>
            </a:lvl6pPr>
            <a:lvl7pPr indent="-285750" lvl="6" marL="3200400" algn="l">
              <a:lnSpc>
                <a:spcPct val="100000"/>
              </a:lnSpc>
              <a:spcBef>
                <a:spcPts val="0"/>
              </a:spcBef>
              <a:spcAft>
                <a:spcPts val="0"/>
              </a:spcAft>
              <a:buSzPts val="900"/>
              <a:buChar char="●"/>
              <a:defRPr/>
            </a:lvl7pPr>
            <a:lvl8pPr indent="-285750" lvl="7" marL="3657600" algn="l">
              <a:lnSpc>
                <a:spcPct val="100000"/>
              </a:lnSpc>
              <a:spcBef>
                <a:spcPts val="0"/>
              </a:spcBef>
              <a:spcAft>
                <a:spcPts val="0"/>
              </a:spcAft>
              <a:buSzPts val="900"/>
              <a:buChar char="○"/>
              <a:defRPr/>
            </a:lvl8pPr>
            <a:lvl9pPr indent="-285750" lvl="8" marL="4114800" algn="l">
              <a:lnSpc>
                <a:spcPct val="100000"/>
              </a:lnSpc>
              <a:spcBef>
                <a:spcPts val="0"/>
              </a:spcBef>
              <a:spcAft>
                <a:spcPts val="0"/>
              </a:spcAft>
              <a:buSzPts val="900"/>
              <a:buChar char="■"/>
              <a:defRPr/>
            </a:lvl9pPr>
          </a:lstStyle>
          <a:p/>
        </p:txBody>
      </p:sp>
      <p:sp>
        <p:nvSpPr>
          <p:cNvPr id="316" name="Google Shape;316;p44"/>
          <p:cNvSpPr txBox="1"/>
          <p:nvPr>
            <p:ph idx="5" type="subTitle"/>
          </p:nvPr>
        </p:nvSpPr>
        <p:spPr>
          <a:xfrm>
            <a:off x="229450" y="3127850"/>
            <a:ext cx="2834100" cy="3243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900"/>
              <a:buNone/>
              <a:defRPr b="1" sz="900"/>
            </a:lvl1pPr>
            <a:lvl2pPr lvl="1" algn="l">
              <a:lnSpc>
                <a:spcPct val="100000"/>
              </a:lnSpc>
              <a:spcBef>
                <a:spcPts val="0"/>
              </a:spcBef>
              <a:spcAft>
                <a:spcPts val="0"/>
              </a:spcAft>
              <a:buSzPts val="900"/>
              <a:buNone/>
              <a:defRPr b="1" sz="900"/>
            </a:lvl2pPr>
            <a:lvl3pPr lvl="2" algn="l">
              <a:lnSpc>
                <a:spcPct val="100000"/>
              </a:lnSpc>
              <a:spcBef>
                <a:spcPts val="0"/>
              </a:spcBef>
              <a:spcAft>
                <a:spcPts val="0"/>
              </a:spcAft>
              <a:buSzPts val="900"/>
              <a:buNone/>
              <a:defRPr b="1" sz="900"/>
            </a:lvl3pPr>
            <a:lvl4pPr lvl="3" algn="l">
              <a:lnSpc>
                <a:spcPct val="100000"/>
              </a:lnSpc>
              <a:spcBef>
                <a:spcPts val="0"/>
              </a:spcBef>
              <a:spcAft>
                <a:spcPts val="0"/>
              </a:spcAft>
              <a:buSzPts val="900"/>
              <a:buNone/>
              <a:defRPr b="1" sz="900"/>
            </a:lvl4pPr>
            <a:lvl5pPr lvl="4" algn="l">
              <a:lnSpc>
                <a:spcPct val="100000"/>
              </a:lnSpc>
              <a:spcBef>
                <a:spcPts val="0"/>
              </a:spcBef>
              <a:spcAft>
                <a:spcPts val="0"/>
              </a:spcAft>
              <a:buSzPts val="900"/>
              <a:buNone/>
              <a:defRPr b="1" sz="900"/>
            </a:lvl5pPr>
            <a:lvl6pPr lvl="5" algn="l">
              <a:lnSpc>
                <a:spcPct val="100000"/>
              </a:lnSpc>
              <a:spcBef>
                <a:spcPts val="0"/>
              </a:spcBef>
              <a:spcAft>
                <a:spcPts val="0"/>
              </a:spcAft>
              <a:buSzPts val="900"/>
              <a:buNone/>
              <a:defRPr b="1" sz="900"/>
            </a:lvl6pPr>
            <a:lvl7pPr lvl="6" algn="l">
              <a:lnSpc>
                <a:spcPct val="100000"/>
              </a:lnSpc>
              <a:spcBef>
                <a:spcPts val="0"/>
              </a:spcBef>
              <a:spcAft>
                <a:spcPts val="0"/>
              </a:spcAft>
              <a:buSzPts val="900"/>
              <a:buNone/>
              <a:defRPr b="1" sz="900"/>
            </a:lvl7pPr>
            <a:lvl8pPr lvl="7" algn="l">
              <a:lnSpc>
                <a:spcPct val="100000"/>
              </a:lnSpc>
              <a:spcBef>
                <a:spcPts val="0"/>
              </a:spcBef>
              <a:spcAft>
                <a:spcPts val="0"/>
              </a:spcAft>
              <a:buSzPts val="900"/>
              <a:buNone/>
              <a:defRPr b="1" sz="900"/>
            </a:lvl8pPr>
            <a:lvl9pPr lvl="8" algn="l">
              <a:lnSpc>
                <a:spcPct val="100000"/>
              </a:lnSpc>
              <a:spcBef>
                <a:spcPts val="0"/>
              </a:spcBef>
              <a:spcAft>
                <a:spcPts val="0"/>
              </a:spcAft>
              <a:buSzPts val="900"/>
              <a:buNone/>
              <a:defRPr b="1" sz="900"/>
            </a:lvl9pPr>
          </a:lstStyle>
          <a:p/>
        </p:txBody>
      </p:sp>
      <p:sp>
        <p:nvSpPr>
          <p:cNvPr id="317" name="Google Shape;317;p44"/>
          <p:cNvSpPr txBox="1"/>
          <p:nvPr>
            <p:ph idx="6" type="body"/>
          </p:nvPr>
        </p:nvSpPr>
        <p:spPr>
          <a:xfrm>
            <a:off x="3155800" y="3455951"/>
            <a:ext cx="2834100" cy="1054200"/>
          </a:xfrm>
          <a:prstGeom prst="rect">
            <a:avLst/>
          </a:prstGeom>
          <a:noFill/>
          <a:ln>
            <a:noFill/>
          </a:ln>
        </p:spPr>
        <p:txBody>
          <a:bodyPr anchorCtr="0" anchor="t" bIns="91425" lIns="91425" spcFirstLastPara="1" rIns="91425" wrap="square" tIns="91425">
            <a:noAutofit/>
          </a:bodyPr>
          <a:lstStyle>
            <a:lvl1pPr indent="-285750" lvl="0" marL="457200" algn="l">
              <a:lnSpc>
                <a:spcPct val="100000"/>
              </a:lnSpc>
              <a:spcBef>
                <a:spcPts val="0"/>
              </a:spcBef>
              <a:spcAft>
                <a:spcPts val="0"/>
              </a:spcAft>
              <a:buSzPts val="900"/>
              <a:buChar char="●"/>
              <a:defRPr/>
            </a:lvl1pPr>
            <a:lvl2pPr indent="-285750" lvl="1" marL="914400" algn="l">
              <a:lnSpc>
                <a:spcPct val="100000"/>
              </a:lnSpc>
              <a:spcBef>
                <a:spcPts val="0"/>
              </a:spcBef>
              <a:spcAft>
                <a:spcPts val="0"/>
              </a:spcAft>
              <a:buSzPts val="900"/>
              <a:buChar char="○"/>
              <a:defRPr/>
            </a:lvl2pPr>
            <a:lvl3pPr indent="-285750" lvl="2" marL="1371600" algn="l">
              <a:lnSpc>
                <a:spcPct val="100000"/>
              </a:lnSpc>
              <a:spcBef>
                <a:spcPts val="0"/>
              </a:spcBef>
              <a:spcAft>
                <a:spcPts val="0"/>
              </a:spcAft>
              <a:buSzPts val="900"/>
              <a:buChar char="■"/>
              <a:defRPr/>
            </a:lvl3pPr>
            <a:lvl4pPr indent="-285750" lvl="3" marL="1828800" algn="l">
              <a:lnSpc>
                <a:spcPct val="100000"/>
              </a:lnSpc>
              <a:spcBef>
                <a:spcPts val="0"/>
              </a:spcBef>
              <a:spcAft>
                <a:spcPts val="0"/>
              </a:spcAft>
              <a:buSzPts val="900"/>
              <a:buChar char="●"/>
              <a:defRPr/>
            </a:lvl4pPr>
            <a:lvl5pPr indent="-285750" lvl="4" marL="2286000" algn="l">
              <a:lnSpc>
                <a:spcPct val="100000"/>
              </a:lnSpc>
              <a:spcBef>
                <a:spcPts val="0"/>
              </a:spcBef>
              <a:spcAft>
                <a:spcPts val="0"/>
              </a:spcAft>
              <a:buSzPts val="900"/>
              <a:buChar char="○"/>
              <a:defRPr/>
            </a:lvl5pPr>
            <a:lvl6pPr indent="-285750" lvl="5" marL="2743200" algn="l">
              <a:lnSpc>
                <a:spcPct val="100000"/>
              </a:lnSpc>
              <a:spcBef>
                <a:spcPts val="0"/>
              </a:spcBef>
              <a:spcAft>
                <a:spcPts val="0"/>
              </a:spcAft>
              <a:buSzPts val="900"/>
              <a:buChar char="■"/>
              <a:defRPr/>
            </a:lvl6pPr>
            <a:lvl7pPr indent="-285750" lvl="6" marL="3200400" algn="l">
              <a:lnSpc>
                <a:spcPct val="100000"/>
              </a:lnSpc>
              <a:spcBef>
                <a:spcPts val="0"/>
              </a:spcBef>
              <a:spcAft>
                <a:spcPts val="0"/>
              </a:spcAft>
              <a:buSzPts val="900"/>
              <a:buChar char="●"/>
              <a:defRPr/>
            </a:lvl7pPr>
            <a:lvl8pPr indent="-285750" lvl="7" marL="3657600" algn="l">
              <a:lnSpc>
                <a:spcPct val="100000"/>
              </a:lnSpc>
              <a:spcBef>
                <a:spcPts val="0"/>
              </a:spcBef>
              <a:spcAft>
                <a:spcPts val="0"/>
              </a:spcAft>
              <a:buSzPts val="900"/>
              <a:buChar char="○"/>
              <a:defRPr/>
            </a:lvl8pPr>
            <a:lvl9pPr indent="-285750" lvl="8" marL="4114800" algn="l">
              <a:lnSpc>
                <a:spcPct val="100000"/>
              </a:lnSpc>
              <a:spcBef>
                <a:spcPts val="0"/>
              </a:spcBef>
              <a:spcAft>
                <a:spcPts val="0"/>
              </a:spcAft>
              <a:buSzPts val="900"/>
              <a:buChar char="■"/>
              <a:defRPr/>
            </a:lvl9pPr>
          </a:lstStyle>
          <a:p/>
        </p:txBody>
      </p:sp>
      <p:sp>
        <p:nvSpPr>
          <p:cNvPr id="318" name="Google Shape;318;p44"/>
          <p:cNvSpPr txBox="1"/>
          <p:nvPr>
            <p:ph idx="7" type="subTitle"/>
          </p:nvPr>
        </p:nvSpPr>
        <p:spPr>
          <a:xfrm>
            <a:off x="3155800" y="3127850"/>
            <a:ext cx="2834100" cy="3243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900"/>
              <a:buNone/>
              <a:defRPr b="1" sz="900"/>
            </a:lvl1pPr>
            <a:lvl2pPr lvl="1" algn="l">
              <a:lnSpc>
                <a:spcPct val="100000"/>
              </a:lnSpc>
              <a:spcBef>
                <a:spcPts val="0"/>
              </a:spcBef>
              <a:spcAft>
                <a:spcPts val="0"/>
              </a:spcAft>
              <a:buSzPts val="900"/>
              <a:buNone/>
              <a:defRPr b="1" sz="900"/>
            </a:lvl2pPr>
            <a:lvl3pPr lvl="2" algn="l">
              <a:lnSpc>
                <a:spcPct val="100000"/>
              </a:lnSpc>
              <a:spcBef>
                <a:spcPts val="0"/>
              </a:spcBef>
              <a:spcAft>
                <a:spcPts val="0"/>
              </a:spcAft>
              <a:buSzPts val="900"/>
              <a:buNone/>
              <a:defRPr b="1" sz="900"/>
            </a:lvl3pPr>
            <a:lvl4pPr lvl="3" algn="l">
              <a:lnSpc>
                <a:spcPct val="100000"/>
              </a:lnSpc>
              <a:spcBef>
                <a:spcPts val="0"/>
              </a:spcBef>
              <a:spcAft>
                <a:spcPts val="0"/>
              </a:spcAft>
              <a:buSzPts val="900"/>
              <a:buNone/>
              <a:defRPr b="1" sz="900"/>
            </a:lvl4pPr>
            <a:lvl5pPr lvl="4" algn="l">
              <a:lnSpc>
                <a:spcPct val="100000"/>
              </a:lnSpc>
              <a:spcBef>
                <a:spcPts val="0"/>
              </a:spcBef>
              <a:spcAft>
                <a:spcPts val="0"/>
              </a:spcAft>
              <a:buSzPts val="900"/>
              <a:buNone/>
              <a:defRPr b="1" sz="900"/>
            </a:lvl5pPr>
            <a:lvl6pPr lvl="5" algn="l">
              <a:lnSpc>
                <a:spcPct val="100000"/>
              </a:lnSpc>
              <a:spcBef>
                <a:spcPts val="0"/>
              </a:spcBef>
              <a:spcAft>
                <a:spcPts val="0"/>
              </a:spcAft>
              <a:buSzPts val="900"/>
              <a:buNone/>
              <a:defRPr b="1" sz="900"/>
            </a:lvl6pPr>
            <a:lvl7pPr lvl="6" algn="l">
              <a:lnSpc>
                <a:spcPct val="100000"/>
              </a:lnSpc>
              <a:spcBef>
                <a:spcPts val="0"/>
              </a:spcBef>
              <a:spcAft>
                <a:spcPts val="0"/>
              </a:spcAft>
              <a:buSzPts val="900"/>
              <a:buNone/>
              <a:defRPr b="1" sz="900"/>
            </a:lvl7pPr>
            <a:lvl8pPr lvl="7" algn="l">
              <a:lnSpc>
                <a:spcPct val="100000"/>
              </a:lnSpc>
              <a:spcBef>
                <a:spcPts val="0"/>
              </a:spcBef>
              <a:spcAft>
                <a:spcPts val="0"/>
              </a:spcAft>
              <a:buSzPts val="900"/>
              <a:buNone/>
              <a:defRPr b="1" sz="900"/>
            </a:lvl8pPr>
            <a:lvl9pPr lvl="8" algn="l">
              <a:lnSpc>
                <a:spcPct val="100000"/>
              </a:lnSpc>
              <a:spcBef>
                <a:spcPts val="0"/>
              </a:spcBef>
              <a:spcAft>
                <a:spcPts val="0"/>
              </a:spcAft>
              <a:buSzPts val="900"/>
              <a:buNone/>
              <a:defRPr b="1" sz="900"/>
            </a:lvl9pPr>
          </a:lstStyle>
          <a:p/>
        </p:txBody>
      </p:sp>
      <p:sp>
        <p:nvSpPr>
          <p:cNvPr id="319" name="Google Shape;319;p44"/>
          <p:cNvSpPr txBox="1"/>
          <p:nvPr>
            <p:ph idx="8" type="body"/>
          </p:nvPr>
        </p:nvSpPr>
        <p:spPr>
          <a:xfrm>
            <a:off x="6082150" y="3455951"/>
            <a:ext cx="2834100" cy="1054200"/>
          </a:xfrm>
          <a:prstGeom prst="rect">
            <a:avLst/>
          </a:prstGeom>
          <a:noFill/>
          <a:ln>
            <a:noFill/>
          </a:ln>
        </p:spPr>
        <p:txBody>
          <a:bodyPr anchorCtr="0" anchor="t" bIns="91425" lIns="91425" spcFirstLastPara="1" rIns="91425" wrap="square" tIns="91425">
            <a:noAutofit/>
          </a:bodyPr>
          <a:lstStyle>
            <a:lvl1pPr indent="-285750" lvl="0" marL="457200" algn="l">
              <a:lnSpc>
                <a:spcPct val="100000"/>
              </a:lnSpc>
              <a:spcBef>
                <a:spcPts val="0"/>
              </a:spcBef>
              <a:spcAft>
                <a:spcPts val="0"/>
              </a:spcAft>
              <a:buSzPts val="900"/>
              <a:buChar char="●"/>
              <a:defRPr/>
            </a:lvl1pPr>
            <a:lvl2pPr indent="-285750" lvl="1" marL="914400" algn="l">
              <a:lnSpc>
                <a:spcPct val="100000"/>
              </a:lnSpc>
              <a:spcBef>
                <a:spcPts val="0"/>
              </a:spcBef>
              <a:spcAft>
                <a:spcPts val="0"/>
              </a:spcAft>
              <a:buSzPts val="900"/>
              <a:buChar char="○"/>
              <a:defRPr/>
            </a:lvl2pPr>
            <a:lvl3pPr indent="-285750" lvl="2" marL="1371600" algn="l">
              <a:lnSpc>
                <a:spcPct val="100000"/>
              </a:lnSpc>
              <a:spcBef>
                <a:spcPts val="0"/>
              </a:spcBef>
              <a:spcAft>
                <a:spcPts val="0"/>
              </a:spcAft>
              <a:buSzPts val="900"/>
              <a:buChar char="■"/>
              <a:defRPr/>
            </a:lvl3pPr>
            <a:lvl4pPr indent="-285750" lvl="3" marL="1828800" algn="l">
              <a:lnSpc>
                <a:spcPct val="100000"/>
              </a:lnSpc>
              <a:spcBef>
                <a:spcPts val="0"/>
              </a:spcBef>
              <a:spcAft>
                <a:spcPts val="0"/>
              </a:spcAft>
              <a:buSzPts val="900"/>
              <a:buChar char="●"/>
              <a:defRPr/>
            </a:lvl4pPr>
            <a:lvl5pPr indent="-285750" lvl="4" marL="2286000" algn="l">
              <a:lnSpc>
                <a:spcPct val="100000"/>
              </a:lnSpc>
              <a:spcBef>
                <a:spcPts val="0"/>
              </a:spcBef>
              <a:spcAft>
                <a:spcPts val="0"/>
              </a:spcAft>
              <a:buSzPts val="900"/>
              <a:buChar char="○"/>
              <a:defRPr/>
            </a:lvl5pPr>
            <a:lvl6pPr indent="-285750" lvl="5" marL="2743200" algn="l">
              <a:lnSpc>
                <a:spcPct val="100000"/>
              </a:lnSpc>
              <a:spcBef>
                <a:spcPts val="0"/>
              </a:spcBef>
              <a:spcAft>
                <a:spcPts val="0"/>
              </a:spcAft>
              <a:buSzPts val="900"/>
              <a:buChar char="■"/>
              <a:defRPr/>
            </a:lvl6pPr>
            <a:lvl7pPr indent="-285750" lvl="6" marL="3200400" algn="l">
              <a:lnSpc>
                <a:spcPct val="100000"/>
              </a:lnSpc>
              <a:spcBef>
                <a:spcPts val="0"/>
              </a:spcBef>
              <a:spcAft>
                <a:spcPts val="0"/>
              </a:spcAft>
              <a:buSzPts val="900"/>
              <a:buChar char="●"/>
              <a:defRPr/>
            </a:lvl7pPr>
            <a:lvl8pPr indent="-285750" lvl="7" marL="3657600" algn="l">
              <a:lnSpc>
                <a:spcPct val="100000"/>
              </a:lnSpc>
              <a:spcBef>
                <a:spcPts val="0"/>
              </a:spcBef>
              <a:spcAft>
                <a:spcPts val="0"/>
              </a:spcAft>
              <a:buSzPts val="900"/>
              <a:buChar char="○"/>
              <a:defRPr/>
            </a:lvl8pPr>
            <a:lvl9pPr indent="-285750" lvl="8" marL="4114800" algn="l">
              <a:lnSpc>
                <a:spcPct val="100000"/>
              </a:lnSpc>
              <a:spcBef>
                <a:spcPts val="0"/>
              </a:spcBef>
              <a:spcAft>
                <a:spcPts val="0"/>
              </a:spcAft>
              <a:buSzPts val="900"/>
              <a:buChar char="■"/>
              <a:defRPr/>
            </a:lvl9pPr>
          </a:lstStyle>
          <a:p/>
        </p:txBody>
      </p:sp>
      <p:sp>
        <p:nvSpPr>
          <p:cNvPr id="320" name="Google Shape;320;p44"/>
          <p:cNvSpPr txBox="1"/>
          <p:nvPr>
            <p:ph idx="9" type="subTitle"/>
          </p:nvPr>
        </p:nvSpPr>
        <p:spPr>
          <a:xfrm>
            <a:off x="6082150" y="3127850"/>
            <a:ext cx="2834100" cy="3243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900"/>
              <a:buNone/>
              <a:defRPr b="1" sz="900"/>
            </a:lvl1pPr>
            <a:lvl2pPr lvl="1" algn="l">
              <a:lnSpc>
                <a:spcPct val="100000"/>
              </a:lnSpc>
              <a:spcBef>
                <a:spcPts val="0"/>
              </a:spcBef>
              <a:spcAft>
                <a:spcPts val="0"/>
              </a:spcAft>
              <a:buSzPts val="900"/>
              <a:buNone/>
              <a:defRPr b="1" sz="900"/>
            </a:lvl2pPr>
            <a:lvl3pPr lvl="2" algn="l">
              <a:lnSpc>
                <a:spcPct val="100000"/>
              </a:lnSpc>
              <a:spcBef>
                <a:spcPts val="0"/>
              </a:spcBef>
              <a:spcAft>
                <a:spcPts val="0"/>
              </a:spcAft>
              <a:buSzPts val="900"/>
              <a:buNone/>
              <a:defRPr b="1" sz="900"/>
            </a:lvl3pPr>
            <a:lvl4pPr lvl="3" algn="l">
              <a:lnSpc>
                <a:spcPct val="100000"/>
              </a:lnSpc>
              <a:spcBef>
                <a:spcPts val="0"/>
              </a:spcBef>
              <a:spcAft>
                <a:spcPts val="0"/>
              </a:spcAft>
              <a:buSzPts val="900"/>
              <a:buNone/>
              <a:defRPr b="1" sz="900"/>
            </a:lvl4pPr>
            <a:lvl5pPr lvl="4" algn="l">
              <a:lnSpc>
                <a:spcPct val="100000"/>
              </a:lnSpc>
              <a:spcBef>
                <a:spcPts val="0"/>
              </a:spcBef>
              <a:spcAft>
                <a:spcPts val="0"/>
              </a:spcAft>
              <a:buSzPts val="900"/>
              <a:buNone/>
              <a:defRPr b="1" sz="900"/>
            </a:lvl5pPr>
            <a:lvl6pPr lvl="5" algn="l">
              <a:lnSpc>
                <a:spcPct val="100000"/>
              </a:lnSpc>
              <a:spcBef>
                <a:spcPts val="0"/>
              </a:spcBef>
              <a:spcAft>
                <a:spcPts val="0"/>
              </a:spcAft>
              <a:buSzPts val="900"/>
              <a:buNone/>
              <a:defRPr b="1" sz="900"/>
            </a:lvl6pPr>
            <a:lvl7pPr lvl="6" algn="l">
              <a:lnSpc>
                <a:spcPct val="100000"/>
              </a:lnSpc>
              <a:spcBef>
                <a:spcPts val="0"/>
              </a:spcBef>
              <a:spcAft>
                <a:spcPts val="0"/>
              </a:spcAft>
              <a:buSzPts val="900"/>
              <a:buNone/>
              <a:defRPr b="1" sz="900"/>
            </a:lvl7pPr>
            <a:lvl8pPr lvl="7" algn="l">
              <a:lnSpc>
                <a:spcPct val="100000"/>
              </a:lnSpc>
              <a:spcBef>
                <a:spcPts val="0"/>
              </a:spcBef>
              <a:spcAft>
                <a:spcPts val="0"/>
              </a:spcAft>
              <a:buSzPts val="900"/>
              <a:buNone/>
              <a:defRPr b="1" sz="900"/>
            </a:lvl8pPr>
            <a:lvl9pPr lvl="8" algn="l">
              <a:lnSpc>
                <a:spcPct val="100000"/>
              </a:lnSpc>
              <a:spcBef>
                <a:spcPts val="0"/>
              </a:spcBef>
              <a:spcAft>
                <a:spcPts val="0"/>
              </a:spcAft>
              <a:buSzPts val="900"/>
              <a:buNone/>
              <a:defRPr b="1" sz="900"/>
            </a:lvl9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CUSTOM_1_1_1_1_1_1_1_1">
    <p:spTree>
      <p:nvGrpSpPr>
        <p:cNvPr id="321" name="Shape 321"/>
        <p:cNvGrpSpPr/>
        <p:nvPr/>
      </p:nvGrpSpPr>
      <p:grpSpPr>
        <a:xfrm>
          <a:off x="0" y="0"/>
          <a:ext cx="0" cy="0"/>
          <a:chOff x="0" y="0"/>
          <a:chExt cx="0" cy="0"/>
        </a:xfrm>
      </p:grpSpPr>
      <p:sp>
        <p:nvSpPr>
          <p:cNvPr id="322" name="Google Shape;322;p45"/>
          <p:cNvSpPr/>
          <p:nvPr>
            <p:ph idx="2" type="pic"/>
          </p:nvPr>
        </p:nvSpPr>
        <p:spPr>
          <a:xfrm>
            <a:off x="228600" y="164350"/>
            <a:ext cx="8684400" cy="4304700"/>
          </a:xfrm>
          <a:prstGeom prst="rect">
            <a:avLst/>
          </a:prstGeom>
          <a:noFill/>
          <a:ln>
            <a:noFill/>
          </a:ln>
        </p:spPr>
      </p:sp>
      <p:sp>
        <p:nvSpPr>
          <p:cNvPr id="323" name="Google Shape;323;p45"/>
          <p:cNvSpPr txBox="1"/>
          <p:nvPr>
            <p:ph idx="12" type="sldNum"/>
          </p:nvPr>
        </p:nvSpPr>
        <p:spPr>
          <a:xfrm>
            <a:off x="7426775" y="4679000"/>
            <a:ext cx="1502400" cy="3243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9pPr>
          </a:lstStyle>
          <a:p>
            <a:pPr indent="0" lvl="0" marL="0" rtl="0" algn="r">
              <a:spcBef>
                <a:spcPts val="0"/>
              </a:spcBef>
              <a:spcAft>
                <a:spcPts val="0"/>
              </a:spcAft>
              <a:buNone/>
            </a:pPr>
            <a:fld id="{00000000-1234-1234-1234-123412341234}" type="slidenum">
              <a:rPr lang="en"/>
              <a:t>‹#›</a:t>
            </a:fld>
            <a:endParaRPr/>
          </a:p>
        </p:txBody>
      </p:sp>
      <p:cxnSp>
        <p:nvCxnSpPr>
          <p:cNvPr id="324" name="Google Shape;324;p45"/>
          <p:cNvCxnSpPr/>
          <p:nvPr/>
        </p:nvCxnSpPr>
        <p:spPr>
          <a:xfrm flipH="1" rot="10800000">
            <a:off x="225750" y="4678950"/>
            <a:ext cx="8692500" cy="5700"/>
          </a:xfrm>
          <a:prstGeom prst="straightConnector1">
            <a:avLst/>
          </a:prstGeom>
          <a:noFill/>
          <a:ln cap="flat" cmpd="sng" w="9525">
            <a:solidFill>
              <a:schemeClr val="dk1"/>
            </a:solidFill>
            <a:prstDash val="solid"/>
            <a:round/>
            <a:headEnd len="sm" w="sm" type="none"/>
            <a:tailEnd len="sm" w="sm" type="none"/>
          </a:ln>
        </p:spPr>
      </p:cxn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CUSTOM_1_1_1_1_1_1_1_1_1">
    <p:spTree>
      <p:nvGrpSpPr>
        <p:cNvPr id="325" name="Shape 325"/>
        <p:cNvGrpSpPr/>
        <p:nvPr/>
      </p:nvGrpSpPr>
      <p:grpSpPr>
        <a:xfrm>
          <a:off x="0" y="0"/>
          <a:ext cx="0" cy="0"/>
          <a:chOff x="0" y="0"/>
          <a:chExt cx="0" cy="0"/>
        </a:xfrm>
      </p:grpSpPr>
      <p:sp>
        <p:nvSpPr>
          <p:cNvPr id="326" name="Google Shape;326;p46"/>
          <p:cNvSpPr txBox="1"/>
          <p:nvPr>
            <p:ph idx="12" type="sldNum"/>
          </p:nvPr>
        </p:nvSpPr>
        <p:spPr>
          <a:xfrm>
            <a:off x="7426775" y="4679000"/>
            <a:ext cx="1502400" cy="3243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9pPr>
          </a:lstStyle>
          <a:p>
            <a:pPr indent="0" lvl="0" marL="0" rtl="0" algn="r">
              <a:spcBef>
                <a:spcPts val="0"/>
              </a:spcBef>
              <a:spcAft>
                <a:spcPts val="0"/>
              </a:spcAft>
              <a:buNone/>
            </a:pPr>
            <a:fld id="{00000000-1234-1234-1234-123412341234}" type="slidenum">
              <a:rPr lang="en"/>
              <a:t>‹#›</a:t>
            </a:fld>
            <a:endParaRPr/>
          </a:p>
        </p:txBody>
      </p:sp>
      <p:cxnSp>
        <p:nvCxnSpPr>
          <p:cNvPr id="327" name="Google Shape;327;p46"/>
          <p:cNvCxnSpPr/>
          <p:nvPr/>
        </p:nvCxnSpPr>
        <p:spPr>
          <a:xfrm flipH="1" rot="10800000">
            <a:off x="225750" y="4678950"/>
            <a:ext cx="8692500" cy="5700"/>
          </a:xfrm>
          <a:prstGeom prst="straightConnector1">
            <a:avLst/>
          </a:prstGeom>
          <a:noFill/>
          <a:ln cap="flat" cmpd="sng" w="9525">
            <a:solidFill>
              <a:schemeClr val="dk1"/>
            </a:solidFill>
            <a:prstDash val="solid"/>
            <a:round/>
            <a:headEnd len="sm" w="sm" type="none"/>
            <a:tailEnd len="sm" w="sm" type="none"/>
          </a:ln>
        </p:spPr>
      </p:cxnSp>
      <p:sp>
        <p:nvSpPr>
          <p:cNvPr id="328" name="Google Shape;328;p46"/>
          <p:cNvSpPr txBox="1"/>
          <p:nvPr>
            <p:ph type="title"/>
          </p:nvPr>
        </p:nvSpPr>
        <p:spPr>
          <a:xfrm>
            <a:off x="229450" y="164350"/>
            <a:ext cx="8686800" cy="8745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6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29" name="Google Shape;329;p46"/>
          <p:cNvSpPr/>
          <p:nvPr>
            <p:ph idx="2" type="pic"/>
          </p:nvPr>
        </p:nvSpPr>
        <p:spPr>
          <a:xfrm>
            <a:off x="228600" y="2598025"/>
            <a:ext cx="2024400" cy="1871100"/>
          </a:xfrm>
          <a:prstGeom prst="rect">
            <a:avLst/>
          </a:prstGeom>
          <a:noFill/>
          <a:ln>
            <a:noFill/>
          </a:ln>
        </p:spPr>
      </p:sp>
      <p:sp>
        <p:nvSpPr>
          <p:cNvPr id="330" name="Google Shape;330;p46"/>
          <p:cNvSpPr/>
          <p:nvPr>
            <p:ph idx="3" type="pic"/>
          </p:nvPr>
        </p:nvSpPr>
        <p:spPr>
          <a:xfrm>
            <a:off x="3864875" y="2598025"/>
            <a:ext cx="3561900" cy="1871100"/>
          </a:xfrm>
          <a:prstGeom prst="rect">
            <a:avLst/>
          </a:prstGeom>
          <a:noFill/>
          <a:ln>
            <a:noFill/>
          </a:ln>
        </p:spPr>
      </p:sp>
      <p:sp>
        <p:nvSpPr>
          <p:cNvPr id="331" name="Google Shape;331;p46"/>
          <p:cNvSpPr/>
          <p:nvPr>
            <p:ph idx="4" type="pic"/>
          </p:nvPr>
        </p:nvSpPr>
        <p:spPr>
          <a:xfrm>
            <a:off x="7547700" y="2598025"/>
            <a:ext cx="1367700" cy="1871100"/>
          </a:xfrm>
          <a:prstGeom prst="rect">
            <a:avLst/>
          </a:prstGeom>
          <a:noFill/>
          <a:ln>
            <a:noFill/>
          </a:ln>
        </p:spPr>
      </p:sp>
      <p:sp>
        <p:nvSpPr>
          <p:cNvPr id="332" name="Google Shape;332;p46"/>
          <p:cNvSpPr/>
          <p:nvPr>
            <p:ph idx="5" type="pic"/>
          </p:nvPr>
        </p:nvSpPr>
        <p:spPr>
          <a:xfrm>
            <a:off x="2375088" y="2598025"/>
            <a:ext cx="1367700" cy="1871100"/>
          </a:xfrm>
          <a:prstGeom prst="rect">
            <a:avLst/>
          </a:prstGeom>
          <a:noFill/>
          <a:ln>
            <a:noFill/>
          </a:ln>
        </p:spPr>
      </p:sp>
      <p:sp>
        <p:nvSpPr>
          <p:cNvPr id="333" name="Google Shape;333;p46"/>
          <p:cNvSpPr/>
          <p:nvPr>
            <p:ph idx="6" type="pic"/>
          </p:nvPr>
        </p:nvSpPr>
        <p:spPr>
          <a:xfrm>
            <a:off x="228600" y="1038850"/>
            <a:ext cx="1003500" cy="1453500"/>
          </a:xfrm>
          <a:prstGeom prst="rect">
            <a:avLst/>
          </a:prstGeom>
          <a:noFill/>
          <a:ln>
            <a:noFill/>
          </a:ln>
        </p:spPr>
      </p:sp>
      <p:sp>
        <p:nvSpPr>
          <p:cNvPr id="334" name="Google Shape;334;p46"/>
          <p:cNvSpPr/>
          <p:nvPr>
            <p:ph idx="7" type="pic"/>
          </p:nvPr>
        </p:nvSpPr>
        <p:spPr>
          <a:xfrm>
            <a:off x="6745975" y="1038850"/>
            <a:ext cx="2169600" cy="1453500"/>
          </a:xfrm>
          <a:prstGeom prst="rect">
            <a:avLst/>
          </a:prstGeom>
          <a:noFill/>
          <a:ln>
            <a:noFill/>
          </a:ln>
        </p:spPr>
      </p:sp>
      <p:sp>
        <p:nvSpPr>
          <p:cNvPr id="335" name="Google Shape;335;p46"/>
          <p:cNvSpPr/>
          <p:nvPr>
            <p:ph idx="8" type="pic"/>
          </p:nvPr>
        </p:nvSpPr>
        <p:spPr>
          <a:xfrm>
            <a:off x="1354150" y="1038850"/>
            <a:ext cx="1502400" cy="1453500"/>
          </a:xfrm>
          <a:prstGeom prst="rect">
            <a:avLst/>
          </a:prstGeom>
          <a:noFill/>
          <a:ln>
            <a:noFill/>
          </a:ln>
        </p:spPr>
      </p:sp>
      <p:sp>
        <p:nvSpPr>
          <p:cNvPr id="336" name="Google Shape;336;p46"/>
          <p:cNvSpPr/>
          <p:nvPr>
            <p:ph idx="9" type="pic"/>
          </p:nvPr>
        </p:nvSpPr>
        <p:spPr>
          <a:xfrm>
            <a:off x="2981410" y="1038850"/>
            <a:ext cx="2196300" cy="1453500"/>
          </a:xfrm>
          <a:prstGeom prst="rect">
            <a:avLst/>
          </a:prstGeom>
          <a:noFill/>
          <a:ln>
            <a:noFill/>
          </a:ln>
        </p:spPr>
      </p:sp>
      <p:sp>
        <p:nvSpPr>
          <p:cNvPr id="337" name="Google Shape;337;p46"/>
          <p:cNvSpPr/>
          <p:nvPr>
            <p:ph idx="13" type="pic"/>
          </p:nvPr>
        </p:nvSpPr>
        <p:spPr>
          <a:xfrm>
            <a:off x="5311004" y="1038850"/>
            <a:ext cx="1301700" cy="1453500"/>
          </a:xfrm>
          <a:prstGeom prst="rect">
            <a:avLst/>
          </a:prstGeom>
          <a:noFill/>
          <a:ln>
            <a:noFill/>
          </a:ln>
        </p:spPr>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CUSTOM_2_1">
    <p:spTree>
      <p:nvGrpSpPr>
        <p:cNvPr id="338" name="Shape 338"/>
        <p:cNvGrpSpPr/>
        <p:nvPr/>
      </p:nvGrpSpPr>
      <p:grpSpPr>
        <a:xfrm>
          <a:off x="0" y="0"/>
          <a:ext cx="0" cy="0"/>
          <a:chOff x="0" y="0"/>
          <a:chExt cx="0" cy="0"/>
        </a:xfrm>
      </p:grpSpPr>
      <p:sp>
        <p:nvSpPr>
          <p:cNvPr id="339" name="Google Shape;339;p47"/>
          <p:cNvSpPr txBox="1"/>
          <p:nvPr>
            <p:ph idx="12" type="sldNum"/>
          </p:nvPr>
        </p:nvSpPr>
        <p:spPr>
          <a:xfrm>
            <a:off x="7426775" y="4679000"/>
            <a:ext cx="1502400" cy="3243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9pPr>
          </a:lstStyle>
          <a:p>
            <a:pPr indent="0" lvl="0" marL="0" rtl="0" algn="r">
              <a:spcBef>
                <a:spcPts val="0"/>
              </a:spcBef>
              <a:spcAft>
                <a:spcPts val="0"/>
              </a:spcAft>
              <a:buNone/>
            </a:pPr>
            <a:fld id="{00000000-1234-1234-1234-123412341234}" type="slidenum">
              <a:rPr lang="en"/>
              <a:t>‹#›</a:t>
            </a:fld>
            <a:endParaRPr/>
          </a:p>
        </p:txBody>
      </p:sp>
      <p:cxnSp>
        <p:nvCxnSpPr>
          <p:cNvPr id="340" name="Google Shape;340;p47"/>
          <p:cNvCxnSpPr/>
          <p:nvPr/>
        </p:nvCxnSpPr>
        <p:spPr>
          <a:xfrm flipH="1" rot="10800000">
            <a:off x="225750" y="4678950"/>
            <a:ext cx="8692500" cy="5700"/>
          </a:xfrm>
          <a:prstGeom prst="straightConnector1">
            <a:avLst/>
          </a:prstGeom>
          <a:noFill/>
          <a:ln cap="flat" cmpd="sng" w="9525">
            <a:solidFill>
              <a:schemeClr val="dk1"/>
            </a:solidFill>
            <a:prstDash val="solid"/>
            <a:round/>
            <a:headEnd len="sm" w="sm" type="none"/>
            <a:tailEnd len="sm" w="sm" type="none"/>
          </a:ln>
        </p:spPr>
      </p:cxnSp>
      <p:sp>
        <p:nvSpPr>
          <p:cNvPr id="341" name="Google Shape;341;p47"/>
          <p:cNvSpPr txBox="1"/>
          <p:nvPr>
            <p:ph type="title"/>
          </p:nvPr>
        </p:nvSpPr>
        <p:spPr>
          <a:xfrm>
            <a:off x="225750" y="1212350"/>
            <a:ext cx="8606700" cy="43908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30000"/>
              <a:buNone/>
              <a:defRPr sz="30000"/>
            </a:lvl1pPr>
            <a:lvl2pPr lvl="1" algn="ctr">
              <a:lnSpc>
                <a:spcPct val="100000"/>
              </a:lnSpc>
              <a:spcBef>
                <a:spcPts val="0"/>
              </a:spcBef>
              <a:spcAft>
                <a:spcPts val="0"/>
              </a:spcAft>
              <a:buSzPts val="30000"/>
              <a:buNone/>
              <a:defRPr sz="30000"/>
            </a:lvl2pPr>
            <a:lvl3pPr lvl="2" algn="ctr">
              <a:lnSpc>
                <a:spcPct val="100000"/>
              </a:lnSpc>
              <a:spcBef>
                <a:spcPts val="0"/>
              </a:spcBef>
              <a:spcAft>
                <a:spcPts val="0"/>
              </a:spcAft>
              <a:buSzPts val="30000"/>
              <a:buNone/>
              <a:defRPr sz="30000"/>
            </a:lvl3pPr>
            <a:lvl4pPr lvl="3" algn="ctr">
              <a:lnSpc>
                <a:spcPct val="100000"/>
              </a:lnSpc>
              <a:spcBef>
                <a:spcPts val="0"/>
              </a:spcBef>
              <a:spcAft>
                <a:spcPts val="0"/>
              </a:spcAft>
              <a:buSzPts val="30000"/>
              <a:buNone/>
              <a:defRPr sz="30000"/>
            </a:lvl4pPr>
            <a:lvl5pPr lvl="4" algn="ctr">
              <a:lnSpc>
                <a:spcPct val="100000"/>
              </a:lnSpc>
              <a:spcBef>
                <a:spcPts val="0"/>
              </a:spcBef>
              <a:spcAft>
                <a:spcPts val="0"/>
              </a:spcAft>
              <a:buSzPts val="30000"/>
              <a:buNone/>
              <a:defRPr sz="30000"/>
            </a:lvl5pPr>
            <a:lvl6pPr lvl="5" algn="ctr">
              <a:lnSpc>
                <a:spcPct val="100000"/>
              </a:lnSpc>
              <a:spcBef>
                <a:spcPts val="0"/>
              </a:spcBef>
              <a:spcAft>
                <a:spcPts val="0"/>
              </a:spcAft>
              <a:buSzPts val="30000"/>
              <a:buNone/>
              <a:defRPr sz="30000"/>
            </a:lvl6pPr>
            <a:lvl7pPr lvl="6" algn="ctr">
              <a:lnSpc>
                <a:spcPct val="100000"/>
              </a:lnSpc>
              <a:spcBef>
                <a:spcPts val="0"/>
              </a:spcBef>
              <a:spcAft>
                <a:spcPts val="0"/>
              </a:spcAft>
              <a:buSzPts val="30000"/>
              <a:buNone/>
              <a:defRPr sz="30000"/>
            </a:lvl7pPr>
            <a:lvl8pPr lvl="7" algn="ctr">
              <a:lnSpc>
                <a:spcPct val="100000"/>
              </a:lnSpc>
              <a:spcBef>
                <a:spcPts val="0"/>
              </a:spcBef>
              <a:spcAft>
                <a:spcPts val="0"/>
              </a:spcAft>
              <a:buSzPts val="30000"/>
              <a:buNone/>
              <a:defRPr sz="30000"/>
            </a:lvl8pPr>
            <a:lvl9pPr lvl="8" algn="ctr">
              <a:lnSpc>
                <a:spcPct val="100000"/>
              </a:lnSpc>
              <a:spcBef>
                <a:spcPts val="0"/>
              </a:spcBef>
              <a:spcAft>
                <a:spcPts val="0"/>
              </a:spcAft>
              <a:buSzPts val="30000"/>
              <a:buNone/>
              <a:defRPr sz="30000"/>
            </a:lvl9pPr>
          </a:lstStyle>
          <a:p/>
        </p:txBody>
      </p:sp>
      <p:cxnSp>
        <p:nvCxnSpPr>
          <p:cNvPr id="342" name="Google Shape;342;p47"/>
          <p:cNvCxnSpPr/>
          <p:nvPr/>
        </p:nvCxnSpPr>
        <p:spPr>
          <a:xfrm flipH="1" rot="10800000">
            <a:off x="225750" y="1212350"/>
            <a:ext cx="8692500" cy="5700"/>
          </a:xfrm>
          <a:prstGeom prst="straightConnector1">
            <a:avLst/>
          </a:prstGeom>
          <a:noFill/>
          <a:ln cap="flat" cmpd="sng" w="9525">
            <a:solidFill>
              <a:schemeClr val="dk1"/>
            </a:solidFill>
            <a:prstDash val="solid"/>
            <a:round/>
            <a:headEnd len="sm" w="sm" type="none"/>
            <a:tailEnd len="sm" w="sm" type="none"/>
          </a:ln>
        </p:spPr>
      </p:cxnSp>
      <p:sp>
        <p:nvSpPr>
          <p:cNvPr id="343" name="Google Shape;343;p47"/>
          <p:cNvSpPr txBox="1"/>
          <p:nvPr>
            <p:ph idx="1" type="body"/>
          </p:nvPr>
        </p:nvSpPr>
        <p:spPr>
          <a:xfrm>
            <a:off x="228600" y="578150"/>
            <a:ext cx="8692500" cy="639900"/>
          </a:xfrm>
          <a:prstGeom prst="rect">
            <a:avLst/>
          </a:prstGeom>
          <a:noFill/>
          <a:ln>
            <a:noFill/>
          </a:ln>
        </p:spPr>
        <p:txBody>
          <a:bodyPr anchorCtr="0" anchor="b" bIns="91425" lIns="91425" spcFirstLastPara="1" rIns="91425" wrap="square" tIns="91425">
            <a:noAutofit/>
          </a:bodyPr>
          <a:lstStyle>
            <a:lvl1pPr indent="-285750" lvl="0" marL="457200" algn="l">
              <a:lnSpc>
                <a:spcPct val="100000"/>
              </a:lnSpc>
              <a:spcBef>
                <a:spcPts val="0"/>
              </a:spcBef>
              <a:spcAft>
                <a:spcPts val="0"/>
              </a:spcAft>
              <a:buClr>
                <a:schemeClr val="dk1"/>
              </a:buClr>
              <a:buSzPts val="900"/>
              <a:buFont typeface="Gowun Batang"/>
              <a:buChar char="●"/>
              <a:defRPr/>
            </a:lvl1pPr>
            <a:lvl2pPr indent="-285750" lvl="1" marL="914400" algn="l">
              <a:lnSpc>
                <a:spcPct val="100000"/>
              </a:lnSpc>
              <a:spcBef>
                <a:spcPts val="0"/>
              </a:spcBef>
              <a:spcAft>
                <a:spcPts val="0"/>
              </a:spcAft>
              <a:buClr>
                <a:schemeClr val="dk1"/>
              </a:buClr>
              <a:buSzPts val="900"/>
              <a:buFont typeface="Gowun Batang"/>
              <a:buChar char="○"/>
              <a:defRPr/>
            </a:lvl2pPr>
            <a:lvl3pPr indent="-285750" lvl="2" marL="1371600" algn="l">
              <a:lnSpc>
                <a:spcPct val="100000"/>
              </a:lnSpc>
              <a:spcBef>
                <a:spcPts val="0"/>
              </a:spcBef>
              <a:spcAft>
                <a:spcPts val="0"/>
              </a:spcAft>
              <a:buClr>
                <a:schemeClr val="dk1"/>
              </a:buClr>
              <a:buSzPts val="900"/>
              <a:buFont typeface="Gowun Batang"/>
              <a:buChar char="■"/>
              <a:defRPr/>
            </a:lvl3pPr>
            <a:lvl4pPr indent="-285750" lvl="3" marL="1828800" algn="l">
              <a:lnSpc>
                <a:spcPct val="100000"/>
              </a:lnSpc>
              <a:spcBef>
                <a:spcPts val="0"/>
              </a:spcBef>
              <a:spcAft>
                <a:spcPts val="0"/>
              </a:spcAft>
              <a:buClr>
                <a:schemeClr val="dk1"/>
              </a:buClr>
              <a:buSzPts val="900"/>
              <a:buFont typeface="Gowun Batang"/>
              <a:buChar char="●"/>
              <a:defRPr/>
            </a:lvl4pPr>
            <a:lvl5pPr indent="-285750" lvl="4" marL="2286000" algn="l">
              <a:lnSpc>
                <a:spcPct val="100000"/>
              </a:lnSpc>
              <a:spcBef>
                <a:spcPts val="0"/>
              </a:spcBef>
              <a:spcAft>
                <a:spcPts val="0"/>
              </a:spcAft>
              <a:buClr>
                <a:schemeClr val="dk1"/>
              </a:buClr>
              <a:buSzPts val="900"/>
              <a:buFont typeface="Gowun Batang"/>
              <a:buChar char="○"/>
              <a:defRPr/>
            </a:lvl5pPr>
            <a:lvl6pPr indent="-285750" lvl="5" marL="2743200" algn="l">
              <a:lnSpc>
                <a:spcPct val="100000"/>
              </a:lnSpc>
              <a:spcBef>
                <a:spcPts val="0"/>
              </a:spcBef>
              <a:spcAft>
                <a:spcPts val="0"/>
              </a:spcAft>
              <a:buClr>
                <a:schemeClr val="dk1"/>
              </a:buClr>
              <a:buSzPts val="900"/>
              <a:buFont typeface="Gowun Batang"/>
              <a:buChar char="■"/>
              <a:defRPr/>
            </a:lvl6pPr>
            <a:lvl7pPr indent="-285750" lvl="6" marL="3200400" algn="l">
              <a:lnSpc>
                <a:spcPct val="100000"/>
              </a:lnSpc>
              <a:spcBef>
                <a:spcPts val="0"/>
              </a:spcBef>
              <a:spcAft>
                <a:spcPts val="0"/>
              </a:spcAft>
              <a:buClr>
                <a:schemeClr val="dk1"/>
              </a:buClr>
              <a:buSzPts val="900"/>
              <a:buFont typeface="Gowun Batang"/>
              <a:buChar char="●"/>
              <a:defRPr/>
            </a:lvl7pPr>
            <a:lvl8pPr indent="-285750" lvl="7" marL="3657600" algn="l">
              <a:lnSpc>
                <a:spcPct val="100000"/>
              </a:lnSpc>
              <a:spcBef>
                <a:spcPts val="0"/>
              </a:spcBef>
              <a:spcAft>
                <a:spcPts val="0"/>
              </a:spcAft>
              <a:buClr>
                <a:schemeClr val="dk1"/>
              </a:buClr>
              <a:buSzPts val="900"/>
              <a:buFont typeface="Gowun Batang"/>
              <a:buChar char="○"/>
              <a:defRPr/>
            </a:lvl8pPr>
            <a:lvl9pPr indent="-285750" lvl="8" marL="4114800" algn="l">
              <a:lnSpc>
                <a:spcPct val="100000"/>
              </a:lnSpc>
              <a:spcBef>
                <a:spcPts val="0"/>
              </a:spcBef>
              <a:spcAft>
                <a:spcPts val="0"/>
              </a:spcAft>
              <a:buClr>
                <a:schemeClr val="dk1"/>
              </a:buClr>
              <a:buSzPts val="900"/>
              <a:buFont typeface="Gowun Batang"/>
              <a:buChar char="■"/>
              <a:defRPr/>
            </a:lvl9pPr>
          </a:lstStyle>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USTOM_2_1_1">
    <p:spTree>
      <p:nvGrpSpPr>
        <p:cNvPr id="344" name="Shape 344"/>
        <p:cNvGrpSpPr/>
        <p:nvPr/>
      </p:nvGrpSpPr>
      <p:grpSpPr>
        <a:xfrm>
          <a:off x="0" y="0"/>
          <a:ext cx="0" cy="0"/>
          <a:chOff x="0" y="0"/>
          <a:chExt cx="0" cy="0"/>
        </a:xfrm>
      </p:grpSpPr>
      <p:sp>
        <p:nvSpPr>
          <p:cNvPr id="345" name="Google Shape;345;p48"/>
          <p:cNvSpPr txBox="1"/>
          <p:nvPr>
            <p:ph idx="12" type="sldNum"/>
          </p:nvPr>
        </p:nvSpPr>
        <p:spPr>
          <a:xfrm>
            <a:off x="7426775" y="4679000"/>
            <a:ext cx="1502400" cy="3243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9pPr>
          </a:lstStyle>
          <a:p>
            <a:pPr indent="0" lvl="0" marL="0" rtl="0" algn="r">
              <a:spcBef>
                <a:spcPts val="0"/>
              </a:spcBef>
              <a:spcAft>
                <a:spcPts val="0"/>
              </a:spcAft>
              <a:buNone/>
            </a:pPr>
            <a:fld id="{00000000-1234-1234-1234-123412341234}" type="slidenum">
              <a:rPr lang="en"/>
              <a:t>‹#›</a:t>
            </a:fld>
            <a:endParaRPr/>
          </a:p>
        </p:txBody>
      </p:sp>
      <p:cxnSp>
        <p:nvCxnSpPr>
          <p:cNvPr id="346" name="Google Shape;346;p48"/>
          <p:cNvCxnSpPr/>
          <p:nvPr/>
        </p:nvCxnSpPr>
        <p:spPr>
          <a:xfrm flipH="1" rot="10800000">
            <a:off x="225750" y="4678950"/>
            <a:ext cx="8692500" cy="5700"/>
          </a:xfrm>
          <a:prstGeom prst="straightConnector1">
            <a:avLst/>
          </a:prstGeom>
          <a:noFill/>
          <a:ln cap="flat" cmpd="sng" w="9525">
            <a:solidFill>
              <a:schemeClr val="dk1"/>
            </a:solidFill>
            <a:prstDash val="solid"/>
            <a:round/>
            <a:headEnd len="sm" w="sm" type="none"/>
            <a:tailEnd len="sm" w="sm" type="none"/>
          </a:ln>
        </p:spPr>
      </p:cxnSp>
      <p:sp>
        <p:nvSpPr>
          <p:cNvPr id="347" name="Google Shape;347;p48"/>
          <p:cNvSpPr txBox="1"/>
          <p:nvPr>
            <p:ph idx="1" type="body"/>
          </p:nvPr>
        </p:nvSpPr>
        <p:spPr>
          <a:xfrm>
            <a:off x="228600" y="3719575"/>
            <a:ext cx="3942600" cy="749400"/>
          </a:xfrm>
          <a:prstGeom prst="rect">
            <a:avLst/>
          </a:prstGeom>
          <a:noFill/>
          <a:ln>
            <a:noFill/>
          </a:ln>
        </p:spPr>
        <p:txBody>
          <a:bodyPr anchorCtr="0" anchor="b" bIns="91425" lIns="91425" spcFirstLastPara="1" rIns="91425" wrap="square" tIns="91425">
            <a:noAutofit/>
          </a:bodyPr>
          <a:lstStyle>
            <a:lvl1pPr indent="-285750" lvl="0" marL="457200" algn="l">
              <a:lnSpc>
                <a:spcPct val="100000"/>
              </a:lnSpc>
              <a:spcBef>
                <a:spcPts val="0"/>
              </a:spcBef>
              <a:spcAft>
                <a:spcPts val="0"/>
              </a:spcAft>
              <a:buSzPts val="900"/>
              <a:buChar char="●"/>
              <a:defRPr/>
            </a:lvl1pPr>
            <a:lvl2pPr indent="-285750" lvl="1" marL="914400" algn="l">
              <a:lnSpc>
                <a:spcPct val="100000"/>
              </a:lnSpc>
              <a:spcBef>
                <a:spcPts val="0"/>
              </a:spcBef>
              <a:spcAft>
                <a:spcPts val="0"/>
              </a:spcAft>
              <a:buSzPts val="900"/>
              <a:buChar char="○"/>
              <a:defRPr/>
            </a:lvl2pPr>
            <a:lvl3pPr indent="-285750" lvl="2" marL="1371600" algn="l">
              <a:lnSpc>
                <a:spcPct val="100000"/>
              </a:lnSpc>
              <a:spcBef>
                <a:spcPts val="0"/>
              </a:spcBef>
              <a:spcAft>
                <a:spcPts val="0"/>
              </a:spcAft>
              <a:buSzPts val="900"/>
              <a:buChar char="■"/>
              <a:defRPr/>
            </a:lvl3pPr>
            <a:lvl4pPr indent="-285750" lvl="3" marL="1828800" algn="l">
              <a:lnSpc>
                <a:spcPct val="100000"/>
              </a:lnSpc>
              <a:spcBef>
                <a:spcPts val="0"/>
              </a:spcBef>
              <a:spcAft>
                <a:spcPts val="0"/>
              </a:spcAft>
              <a:buSzPts val="900"/>
              <a:buChar char="●"/>
              <a:defRPr/>
            </a:lvl4pPr>
            <a:lvl5pPr indent="-285750" lvl="4" marL="2286000" algn="l">
              <a:lnSpc>
                <a:spcPct val="100000"/>
              </a:lnSpc>
              <a:spcBef>
                <a:spcPts val="0"/>
              </a:spcBef>
              <a:spcAft>
                <a:spcPts val="0"/>
              </a:spcAft>
              <a:buSzPts val="900"/>
              <a:buChar char="○"/>
              <a:defRPr/>
            </a:lvl5pPr>
            <a:lvl6pPr indent="-285750" lvl="5" marL="2743200" algn="l">
              <a:lnSpc>
                <a:spcPct val="100000"/>
              </a:lnSpc>
              <a:spcBef>
                <a:spcPts val="0"/>
              </a:spcBef>
              <a:spcAft>
                <a:spcPts val="0"/>
              </a:spcAft>
              <a:buSzPts val="900"/>
              <a:buChar char="■"/>
              <a:defRPr/>
            </a:lvl6pPr>
            <a:lvl7pPr indent="-285750" lvl="6" marL="3200400" algn="l">
              <a:lnSpc>
                <a:spcPct val="100000"/>
              </a:lnSpc>
              <a:spcBef>
                <a:spcPts val="0"/>
              </a:spcBef>
              <a:spcAft>
                <a:spcPts val="0"/>
              </a:spcAft>
              <a:buSzPts val="900"/>
              <a:buChar char="●"/>
              <a:defRPr/>
            </a:lvl7pPr>
            <a:lvl8pPr indent="-285750" lvl="7" marL="3657600" algn="l">
              <a:lnSpc>
                <a:spcPct val="100000"/>
              </a:lnSpc>
              <a:spcBef>
                <a:spcPts val="0"/>
              </a:spcBef>
              <a:spcAft>
                <a:spcPts val="0"/>
              </a:spcAft>
              <a:buSzPts val="900"/>
              <a:buChar char="○"/>
              <a:defRPr/>
            </a:lvl8pPr>
            <a:lvl9pPr indent="-285750" lvl="8" marL="4114800" algn="l">
              <a:lnSpc>
                <a:spcPct val="100000"/>
              </a:lnSpc>
              <a:spcBef>
                <a:spcPts val="0"/>
              </a:spcBef>
              <a:spcAft>
                <a:spcPts val="0"/>
              </a:spcAft>
              <a:buSzPts val="900"/>
              <a:buChar char="■"/>
              <a:defRPr/>
            </a:lvl9pPr>
          </a:lstStyle>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CUSTOM_9">
    <p:spTree>
      <p:nvGrpSpPr>
        <p:cNvPr id="348" name="Shape 348"/>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40.xml"/><Relationship Id="rId42" Type="http://schemas.openxmlformats.org/officeDocument/2006/relationships/slideLayout" Target="../slideLayouts/slideLayout42.xml"/><Relationship Id="rId41" Type="http://schemas.openxmlformats.org/officeDocument/2006/relationships/slideLayout" Target="../slideLayouts/slideLayout41.xml"/><Relationship Id="rId44" Type="http://schemas.openxmlformats.org/officeDocument/2006/relationships/slideLayout" Target="../slideLayouts/slideLayout44.xml"/><Relationship Id="rId43" Type="http://schemas.openxmlformats.org/officeDocument/2006/relationships/slideLayout" Target="../slideLayouts/slideLayout43.xml"/><Relationship Id="rId46" Type="http://schemas.openxmlformats.org/officeDocument/2006/relationships/slideLayout" Target="../slideLayouts/slideLayout46.xml"/><Relationship Id="rId45" Type="http://schemas.openxmlformats.org/officeDocument/2006/relationships/slideLayout" Target="../slideLayouts/slideLayout45.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48" Type="http://schemas.openxmlformats.org/officeDocument/2006/relationships/slideLayout" Target="../slideLayouts/slideLayout48.xml"/><Relationship Id="rId47" Type="http://schemas.openxmlformats.org/officeDocument/2006/relationships/slideLayout" Target="../slideLayouts/slideLayout47.xml"/><Relationship Id="rId49" Type="http://schemas.openxmlformats.org/officeDocument/2006/relationships/theme" Target="../theme/theme2.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33" Type="http://schemas.openxmlformats.org/officeDocument/2006/relationships/slideLayout" Target="../slideLayouts/slideLayout33.xml"/><Relationship Id="rId32" Type="http://schemas.openxmlformats.org/officeDocument/2006/relationships/slideLayout" Target="../slideLayouts/slideLayout32.xml"/><Relationship Id="rId35" Type="http://schemas.openxmlformats.org/officeDocument/2006/relationships/slideLayout" Target="../slideLayouts/slideLayout35.xml"/><Relationship Id="rId34" Type="http://schemas.openxmlformats.org/officeDocument/2006/relationships/slideLayout" Target="../slideLayouts/slideLayout34.xml"/><Relationship Id="rId37" Type="http://schemas.openxmlformats.org/officeDocument/2006/relationships/slideLayout" Target="../slideLayouts/slideLayout37.xml"/><Relationship Id="rId36" Type="http://schemas.openxmlformats.org/officeDocument/2006/relationships/slideLayout" Target="../slideLayouts/slideLayout36.xml"/><Relationship Id="rId39" Type="http://schemas.openxmlformats.org/officeDocument/2006/relationships/slideLayout" Target="../slideLayouts/slideLayout39.xml"/><Relationship Id="rId38" Type="http://schemas.openxmlformats.org/officeDocument/2006/relationships/slideLayout" Target="../slideLayouts/slideLayout38.xml"/><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chemeClr val="dk1"/>
              </a:buClr>
              <a:buSzPts val="3600"/>
              <a:buFont typeface="Gowun Batang"/>
              <a:buNone/>
              <a:defRPr b="0" i="0" sz="3600" u="none" cap="none" strike="noStrike">
                <a:solidFill>
                  <a:schemeClr val="dk1"/>
                </a:solidFill>
                <a:latin typeface="Gowun Batang"/>
                <a:ea typeface="Gowun Batang"/>
                <a:cs typeface="Gowun Batang"/>
                <a:sym typeface="Gowun Batang"/>
              </a:defRPr>
            </a:lvl1pPr>
            <a:lvl2pPr lvl="1" marR="0" rtl="0" algn="l">
              <a:lnSpc>
                <a:spcPct val="100000"/>
              </a:lnSpc>
              <a:spcBef>
                <a:spcPts val="0"/>
              </a:spcBef>
              <a:spcAft>
                <a:spcPts val="0"/>
              </a:spcAft>
              <a:buClr>
                <a:schemeClr val="dk1"/>
              </a:buClr>
              <a:buSzPts val="2800"/>
              <a:buFont typeface="Gowun Batang"/>
              <a:buNone/>
              <a:defRPr b="0" i="0" sz="2800" u="none" cap="none" strike="noStrike">
                <a:solidFill>
                  <a:schemeClr val="dk1"/>
                </a:solidFill>
                <a:latin typeface="Gowun Batang"/>
                <a:ea typeface="Gowun Batang"/>
                <a:cs typeface="Gowun Batang"/>
                <a:sym typeface="Gowun Batang"/>
              </a:defRPr>
            </a:lvl2pPr>
            <a:lvl3pPr lvl="2" marR="0" rtl="0" algn="l">
              <a:lnSpc>
                <a:spcPct val="100000"/>
              </a:lnSpc>
              <a:spcBef>
                <a:spcPts val="0"/>
              </a:spcBef>
              <a:spcAft>
                <a:spcPts val="0"/>
              </a:spcAft>
              <a:buClr>
                <a:schemeClr val="dk1"/>
              </a:buClr>
              <a:buSzPts val="2800"/>
              <a:buFont typeface="Gowun Batang"/>
              <a:buNone/>
              <a:defRPr b="0" i="0" sz="2800" u="none" cap="none" strike="noStrike">
                <a:solidFill>
                  <a:schemeClr val="dk1"/>
                </a:solidFill>
                <a:latin typeface="Gowun Batang"/>
                <a:ea typeface="Gowun Batang"/>
                <a:cs typeface="Gowun Batang"/>
                <a:sym typeface="Gowun Batang"/>
              </a:defRPr>
            </a:lvl3pPr>
            <a:lvl4pPr lvl="3" marR="0" rtl="0" algn="l">
              <a:lnSpc>
                <a:spcPct val="100000"/>
              </a:lnSpc>
              <a:spcBef>
                <a:spcPts val="0"/>
              </a:spcBef>
              <a:spcAft>
                <a:spcPts val="0"/>
              </a:spcAft>
              <a:buClr>
                <a:schemeClr val="dk1"/>
              </a:buClr>
              <a:buSzPts val="2800"/>
              <a:buFont typeface="Gowun Batang"/>
              <a:buNone/>
              <a:defRPr b="0" i="0" sz="2800" u="none" cap="none" strike="noStrike">
                <a:solidFill>
                  <a:schemeClr val="dk1"/>
                </a:solidFill>
                <a:latin typeface="Gowun Batang"/>
                <a:ea typeface="Gowun Batang"/>
                <a:cs typeface="Gowun Batang"/>
                <a:sym typeface="Gowun Batang"/>
              </a:defRPr>
            </a:lvl4pPr>
            <a:lvl5pPr lvl="4" marR="0" rtl="0" algn="l">
              <a:lnSpc>
                <a:spcPct val="100000"/>
              </a:lnSpc>
              <a:spcBef>
                <a:spcPts val="0"/>
              </a:spcBef>
              <a:spcAft>
                <a:spcPts val="0"/>
              </a:spcAft>
              <a:buClr>
                <a:schemeClr val="dk1"/>
              </a:buClr>
              <a:buSzPts val="2800"/>
              <a:buFont typeface="Gowun Batang"/>
              <a:buNone/>
              <a:defRPr b="0" i="0" sz="2800" u="none" cap="none" strike="noStrike">
                <a:solidFill>
                  <a:schemeClr val="dk1"/>
                </a:solidFill>
                <a:latin typeface="Gowun Batang"/>
                <a:ea typeface="Gowun Batang"/>
                <a:cs typeface="Gowun Batang"/>
                <a:sym typeface="Gowun Batang"/>
              </a:defRPr>
            </a:lvl5pPr>
            <a:lvl6pPr lvl="5" marR="0" rtl="0" algn="l">
              <a:lnSpc>
                <a:spcPct val="100000"/>
              </a:lnSpc>
              <a:spcBef>
                <a:spcPts val="0"/>
              </a:spcBef>
              <a:spcAft>
                <a:spcPts val="0"/>
              </a:spcAft>
              <a:buClr>
                <a:schemeClr val="dk1"/>
              </a:buClr>
              <a:buSzPts val="2800"/>
              <a:buFont typeface="Gowun Batang"/>
              <a:buNone/>
              <a:defRPr b="0" i="0" sz="2800" u="none" cap="none" strike="noStrike">
                <a:solidFill>
                  <a:schemeClr val="dk1"/>
                </a:solidFill>
                <a:latin typeface="Gowun Batang"/>
                <a:ea typeface="Gowun Batang"/>
                <a:cs typeface="Gowun Batang"/>
                <a:sym typeface="Gowun Batang"/>
              </a:defRPr>
            </a:lvl6pPr>
            <a:lvl7pPr lvl="6" marR="0" rtl="0" algn="l">
              <a:lnSpc>
                <a:spcPct val="100000"/>
              </a:lnSpc>
              <a:spcBef>
                <a:spcPts val="0"/>
              </a:spcBef>
              <a:spcAft>
                <a:spcPts val="0"/>
              </a:spcAft>
              <a:buClr>
                <a:schemeClr val="dk1"/>
              </a:buClr>
              <a:buSzPts val="2800"/>
              <a:buFont typeface="Gowun Batang"/>
              <a:buNone/>
              <a:defRPr b="0" i="0" sz="2800" u="none" cap="none" strike="noStrike">
                <a:solidFill>
                  <a:schemeClr val="dk1"/>
                </a:solidFill>
                <a:latin typeface="Gowun Batang"/>
                <a:ea typeface="Gowun Batang"/>
                <a:cs typeface="Gowun Batang"/>
                <a:sym typeface="Gowun Batang"/>
              </a:defRPr>
            </a:lvl7pPr>
            <a:lvl8pPr lvl="7" marR="0" rtl="0" algn="l">
              <a:lnSpc>
                <a:spcPct val="100000"/>
              </a:lnSpc>
              <a:spcBef>
                <a:spcPts val="0"/>
              </a:spcBef>
              <a:spcAft>
                <a:spcPts val="0"/>
              </a:spcAft>
              <a:buClr>
                <a:schemeClr val="dk1"/>
              </a:buClr>
              <a:buSzPts val="2800"/>
              <a:buFont typeface="Gowun Batang"/>
              <a:buNone/>
              <a:defRPr b="0" i="0" sz="2800" u="none" cap="none" strike="noStrike">
                <a:solidFill>
                  <a:schemeClr val="dk1"/>
                </a:solidFill>
                <a:latin typeface="Gowun Batang"/>
                <a:ea typeface="Gowun Batang"/>
                <a:cs typeface="Gowun Batang"/>
                <a:sym typeface="Gowun Batang"/>
              </a:defRPr>
            </a:lvl8pPr>
            <a:lvl9pPr lvl="8" marR="0" rtl="0" algn="l">
              <a:lnSpc>
                <a:spcPct val="100000"/>
              </a:lnSpc>
              <a:spcBef>
                <a:spcPts val="0"/>
              </a:spcBef>
              <a:spcAft>
                <a:spcPts val="0"/>
              </a:spcAft>
              <a:buClr>
                <a:schemeClr val="dk1"/>
              </a:buClr>
              <a:buSzPts val="2800"/>
              <a:buFont typeface="Gowun Batang"/>
              <a:buNone/>
              <a:defRPr b="0" i="0" sz="2800" u="none" cap="none" strike="noStrike">
                <a:solidFill>
                  <a:schemeClr val="dk1"/>
                </a:solidFill>
                <a:latin typeface="Gowun Batang"/>
                <a:ea typeface="Gowun Batang"/>
                <a:cs typeface="Gowun Batang"/>
                <a:sym typeface="Gowun Batang"/>
              </a:defRPr>
            </a:lvl9pPr>
          </a:lstStyle>
          <a:p/>
        </p:txBody>
      </p:sp>
      <p:sp>
        <p:nvSpPr>
          <p:cNvPr id="7" name="Google Shape;7;p1"/>
          <p:cNvSpPr txBox="1"/>
          <p:nvPr>
            <p:ph idx="1" type="body"/>
          </p:nvPr>
        </p:nvSpPr>
        <p:spPr>
          <a:xfrm>
            <a:off x="311700" y="2947825"/>
            <a:ext cx="8520600" cy="1620900"/>
          </a:xfrm>
          <a:prstGeom prst="rect">
            <a:avLst/>
          </a:prstGeom>
          <a:noFill/>
          <a:ln>
            <a:noFill/>
          </a:ln>
        </p:spPr>
        <p:txBody>
          <a:bodyPr anchorCtr="0" anchor="t" bIns="91425" lIns="91425" spcFirstLastPara="1" rIns="91425" wrap="square" tIns="91425">
            <a:noAutofit/>
          </a:bodyPr>
          <a:lstStyle>
            <a:lvl1pPr indent="-285750" lvl="0" marL="457200" marR="0" rtl="0" algn="l">
              <a:lnSpc>
                <a:spcPct val="100000"/>
              </a:lnSpc>
              <a:spcBef>
                <a:spcPts val="0"/>
              </a:spcBef>
              <a:spcAft>
                <a:spcPts val="0"/>
              </a:spcAft>
              <a:buClr>
                <a:schemeClr val="dk1"/>
              </a:buClr>
              <a:buSzPts val="900"/>
              <a:buFont typeface="Gowun Batang"/>
              <a:buChar char="●"/>
              <a:defRPr b="0" i="0" sz="900" u="none" cap="none" strike="noStrike">
                <a:solidFill>
                  <a:schemeClr val="dk1"/>
                </a:solidFill>
                <a:latin typeface="Gowun Batang"/>
                <a:ea typeface="Gowun Batang"/>
                <a:cs typeface="Gowun Batang"/>
                <a:sym typeface="Gowun Batang"/>
              </a:defRPr>
            </a:lvl1pPr>
            <a:lvl2pPr indent="-285750" lvl="1" marL="914400" marR="0" rtl="0" algn="l">
              <a:lnSpc>
                <a:spcPct val="100000"/>
              </a:lnSpc>
              <a:spcBef>
                <a:spcPts val="0"/>
              </a:spcBef>
              <a:spcAft>
                <a:spcPts val="0"/>
              </a:spcAft>
              <a:buClr>
                <a:schemeClr val="dk1"/>
              </a:buClr>
              <a:buSzPts val="900"/>
              <a:buFont typeface="Gowun Batang"/>
              <a:buChar char="○"/>
              <a:defRPr b="0" i="0" sz="900" u="none" cap="none" strike="noStrike">
                <a:solidFill>
                  <a:schemeClr val="dk1"/>
                </a:solidFill>
                <a:latin typeface="Gowun Batang"/>
                <a:ea typeface="Gowun Batang"/>
                <a:cs typeface="Gowun Batang"/>
                <a:sym typeface="Gowun Batang"/>
              </a:defRPr>
            </a:lvl2pPr>
            <a:lvl3pPr indent="-285750" lvl="2" marL="1371600" marR="0" rtl="0" algn="l">
              <a:lnSpc>
                <a:spcPct val="100000"/>
              </a:lnSpc>
              <a:spcBef>
                <a:spcPts val="0"/>
              </a:spcBef>
              <a:spcAft>
                <a:spcPts val="0"/>
              </a:spcAft>
              <a:buClr>
                <a:schemeClr val="dk1"/>
              </a:buClr>
              <a:buSzPts val="900"/>
              <a:buFont typeface="Gowun Batang"/>
              <a:buChar char="■"/>
              <a:defRPr b="0" i="0" sz="900" u="none" cap="none" strike="noStrike">
                <a:solidFill>
                  <a:schemeClr val="dk1"/>
                </a:solidFill>
                <a:latin typeface="Gowun Batang"/>
                <a:ea typeface="Gowun Batang"/>
                <a:cs typeface="Gowun Batang"/>
                <a:sym typeface="Gowun Batang"/>
              </a:defRPr>
            </a:lvl3pPr>
            <a:lvl4pPr indent="-285750" lvl="3" marL="1828800" marR="0" rtl="0" algn="l">
              <a:lnSpc>
                <a:spcPct val="100000"/>
              </a:lnSpc>
              <a:spcBef>
                <a:spcPts val="0"/>
              </a:spcBef>
              <a:spcAft>
                <a:spcPts val="0"/>
              </a:spcAft>
              <a:buClr>
                <a:schemeClr val="dk1"/>
              </a:buClr>
              <a:buSzPts val="900"/>
              <a:buFont typeface="Gowun Batang"/>
              <a:buChar char="●"/>
              <a:defRPr b="0" i="0" sz="900" u="none" cap="none" strike="noStrike">
                <a:solidFill>
                  <a:schemeClr val="dk1"/>
                </a:solidFill>
                <a:latin typeface="Gowun Batang"/>
                <a:ea typeface="Gowun Batang"/>
                <a:cs typeface="Gowun Batang"/>
                <a:sym typeface="Gowun Batang"/>
              </a:defRPr>
            </a:lvl4pPr>
            <a:lvl5pPr indent="-285750" lvl="4" marL="2286000" marR="0" rtl="0" algn="l">
              <a:lnSpc>
                <a:spcPct val="100000"/>
              </a:lnSpc>
              <a:spcBef>
                <a:spcPts val="0"/>
              </a:spcBef>
              <a:spcAft>
                <a:spcPts val="0"/>
              </a:spcAft>
              <a:buClr>
                <a:schemeClr val="dk1"/>
              </a:buClr>
              <a:buSzPts val="900"/>
              <a:buFont typeface="Gowun Batang"/>
              <a:buChar char="○"/>
              <a:defRPr b="0" i="0" sz="900" u="none" cap="none" strike="noStrike">
                <a:solidFill>
                  <a:schemeClr val="dk1"/>
                </a:solidFill>
                <a:latin typeface="Gowun Batang"/>
                <a:ea typeface="Gowun Batang"/>
                <a:cs typeface="Gowun Batang"/>
                <a:sym typeface="Gowun Batang"/>
              </a:defRPr>
            </a:lvl5pPr>
            <a:lvl6pPr indent="-285750" lvl="5" marL="2743200" marR="0" rtl="0" algn="l">
              <a:lnSpc>
                <a:spcPct val="100000"/>
              </a:lnSpc>
              <a:spcBef>
                <a:spcPts val="0"/>
              </a:spcBef>
              <a:spcAft>
                <a:spcPts val="0"/>
              </a:spcAft>
              <a:buClr>
                <a:schemeClr val="dk1"/>
              </a:buClr>
              <a:buSzPts val="900"/>
              <a:buFont typeface="Gowun Batang"/>
              <a:buChar char="■"/>
              <a:defRPr b="0" i="0" sz="900" u="none" cap="none" strike="noStrike">
                <a:solidFill>
                  <a:schemeClr val="dk1"/>
                </a:solidFill>
                <a:latin typeface="Gowun Batang"/>
                <a:ea typeface="Gowun Batang"/>
                <a:cs typeface="Gowun Batang"/>
                <a:sym typeface="Gowun Batang"/>
              </a:defRPr>
            </a:lvl6pPr>
            <a:lvl7pPr indent="-285750" lvl="6" marL="3200400" marR="0" rtl="0" algn="l">
              <a:lnSpc>
                <a:spcPct val="100000"/>
              </a:lnSpc>
              <a:spcBef>
                <a:spcPts val="0"/>
              </a:spcBef>
              <a:spcAft>
                <a:spcPts val="0"/>
              </a:spcAft>
              <a:buClr>
                <a:schemeClr val="dk1"/>
              </a:buClr>
              <a:buSzPts val="900"/>
              <a:buFont typeface="Gowun Batang"/>
              <a:buChar char="●"/>
              <a:defRPr b="0" i="0" sz="900" u="none" cap="none" strike="noStrike">
                <a:solidFill>
                  <a:schemeClr val="dk1"/>
                </a:solidFill>
                <a:latin typeface="Gowun Batang"/>
                <a:ea typeface="Gowun Batang"/>
                <a:cs typeface="Gowun Batang"/>
                <a:sym typeface="Gowun Batang"/>
              </a:defRPr>
            </a:lvl7pPr>
            <a:lvl8pPr indent="-285750" lvl="7" marL="3657600" marR="0" rtl="0" algn="l">
              <a:lnSpc>
                <a:spcPct val="100000"/>
              </a:lnSpc>
              <a:spcBef>
                <a:spcPts val="0"/>
              </a:spcBef>
              <a:spcAft>
                <a:spcPts val="0"/>
              </a:spcAft>
              <a:buClr>
                <a:schemeClr val="dk1"/>
              </a:buClr>
              <a:buSzPts val="900"/>
              <a:buFont typeface="Gowun Batang"/>
              <a:buChar char="○"/>
              <a:defRPr b="0" i="0" sz="900" u="none" cap="none" strike="noStrike">
                <a:solidFill>
                  <a:schemeClr val="dk1"/>
                </a:solidFill>
                <a:latin typeface="Gowun Batang"/>
                <a:ea typeface="Gowun Batang"/>
                <a:cs typeface="Gowun Batang"/>
                <a:sym typeface="Gowun Batang"/>
              </a:defRPr>
            </a:lvl8pPr>
            <a:lvl9pPr indent="-285750" lvl="8" marL="4114800" marR="0" rtl="0" algn="l">
              <a:lnSpc>
                <a:spcPct val="100000"/>
              </a:lnSpc>
              <a:spcBef>
                <a:spcPts val="0"/>
              </a:spcBef>
              <a:spcAft>
                <a:spcPts val="0"/>
              </a:spcAft>
              <a:buClr>
                <a:schemeClr val="dk1"/>
              </a:buClr>
              <a:buSzPts val="900"/>
              <a:buFont typeface="Gowun Batang"/>
              <a:buChar char="■"/>
              <a:defRPr b="0" i="0" sz="900" u="none" cap="none" strike="noStrike">
                <a:solidFill>
                  <a:schemeClr val="dk1"/>
                </a:solidFill>
                <a:latin typeface="Gowun Batang"/>
                <a:ea typeface="Gowun Batang"/>
                <a:cs typeface="Gowun Batang"/>
                <a:sym typeface="Gowun Batang"/>
              </a:defRPr>
            </a:lvl9pPr>
          </a:lstStyle>
          <a:p/>
        </p:txBody>
      </p:sp>
      <p:sp>
        <p:nvSpPr>
          <p:cNvPr id="8" name="Google Shape;8;p1"/>
          <p:cNvSpPr txBox="1"/>
          <p:nvPr>
            <p:ph idx="12" type="sldNum"/>
          </p:nvPr>
        </p:nvSpPr>
        <p:spPr>
          <a:xfrm>
            <a:off x="7426775" y="4679000"/>
            <a:ext cx="1502400" cy="3243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1pPr>
            <a:lvl2pPr indent="0" lvl="1" marL="0" marR="0" rtl="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2pPr>
            <a:lvl3pPr indent="0" lvl="2" marL="0" marR="0" rtl="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3pPr>
            <a:lvl4pPr indent="0" lvl="3" marL="0" marR="0" rtl="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4pPr>
            <a:lvl5pPr indent="0" lvl="4" marL="0" marR="0" rtl="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5pPr>
            <a:lvl6pPr indent="0" lvl="5" marL="0" marR="0" rtl="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6pPr>
            <a:lvl7pPr indent="0" lvl="6" marL="0" marR="0" rtl="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7pPr>
            <a:lvl8pPr indent="0" lvl="7" marL="0" marR="0" rtl="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8pPr>
            <a:lvl9pPr indent="0" lvl="8" marL="0" marR="0" rtl="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Gowun Batang"/>
                <a:ea typeface="Gowun Batang"/>
                <a:cs typeface="Gowun Batang"/>
                <a:sym typeface="Gowun Batang"/>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 id="2147483686" r:id="rId39"/>
    <p:sldLayoutId id="2147483687" r:id="rId40"/>
    <p:sldLayoutId id="2147483688" r:id="rId41"/>
    <p:sldLayoutId id="2147483689" r:id="rId42"/>
    <p:sldLayoutId id="2147483690" r:id="rId43"/>
    <p:sldLayoutId id="2147483691" r:id="rId44"/>
    <p:sldLayoutId id="2147483692" r:id="rId45"/>
    <p:sldLayoutId id="2147483693" r:id="rId46"/>
    <p:sldLayoutId id="2147483694" r:id="rId47"/>
    <p:sldLayoutId id="2147483695" r:id="rId48"/>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144">
          <p15:clr>
            <a:srgbClr val="E46962"/>
          </p15:clr>
        </p15:guide>
        <p15:guide id="2" pos="5616">
          <p15:clr>
            <a:srgbClr val="E46962"/>
          </p15:clr>
        </p15:guide>
        <p15:guide id="3" orient="horz" pos="104">
          <p15:clr>
            <a:srgbClr val="E46962"/>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5"/>
        </a:solidFill>
      </p:bgPr>
    </p:bg>
    <p:spTree>
      <p:nvGrpSpPr>
        <p:cNvPr id="352" name="Shape 352"/>
        <p:cNvGrpSpPr/>
        <p:nvPr/>
      </p:nvGrpSpPr>
      <p:grpSpPr>
        <a:xfrm>
          <a:off x="0" y="0"/>
          <a:ext cx="0" cy="0"/>
          <a:chOff x="0" y="0"/>
          <a:chExt cx="0" cy="0"/>
        </a:xfrm>
      </p:grpSpPr>
      <p:sp>
        <p:nvSpPr>
          <p:cNvPr id="353" name="Google Shape;353;p50"/>
          <p:cNvSpPr txBox="1"/>
          <p:nvPr>
            <p:ph idx="12" type="sldNum"/>
          </p:nvPr>
        </p:nvSpPr>
        <p:spPr>
          <a:xfrm>
            <a:off x="7426775" y="4679000"/>
            <a:ext cx="1502400" cy="3243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SzPts val="900"/>
              <a:buNone/>
            </a:pPr>
            <a:fld id="{00000000-1234-1234-1234-123412341234}" type="slidenum">
              <a:rPr lang="en"/>
              <a:t>‹#›</a:t>
            </a:fld>
            <a:endParaRPr/>
          </a:p>
        </p:txBody>
      </p:sp>
      <p:sp>
        <p:nvSpPr>
          <p:cNvPr id="354" name="Google Shape;354;p50"/>
          <p:cNvSpPr txBox="1"/>
          <p:nvPr>
            <p:ph idx="1" type="body"/>
          </p:nvPr>
        </p:nvSpPr>
        <p:spPr>
          <a:xfrm>
            <a:off x="228600" y="4679000"/>
            <a:ext cx="4343400" cy="3243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900"/>
              <a:buNone/>
            </a:pPr>
            <a:r>
              <a:rPr lang="en"/>
              <a:t>Aleph Labs ©</a:t>
            </a:r>
            <a:endParaRPr/>
          </a:p>
        </p:txBody>
      </p:sp>
      <p:sp>
        <p:nvSpPr>
          <p:cNvPr id="355" name="Google Shape;355;p50"/>
          <p:cNvSpPr txBox="1"/>
          <p:nvPr>
            <p:ph type="title"/>
          </p:nvPr>
        </p:nvSpPr>
        <p:spPr>
          <a:xfrm>
            <a:off x="225750" y="1456950"/>
            <a:ext cx="6573000" cy="16587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3600"/>
              <a:buNone/>
            </a:pPr>
            <a:r>
              <a:rPr lang="en" sz="4800"/>
              <a:t>Design Constraints</a:t>
            </a:r>
            <a:endParaRPr sz="4800"/>
          </a:p>
        </p:txBody>
      </p:sp>
      <p:sp>
        <p:nvSpPr>
          <p:cNvPr id="356" name="Google Shape;356;p50"/>
          <p:cNvSpPr txBox="1"/>
          <p:nvPr>
            <p:ph idx="4294967295" type="body"/>
          </p:nvPr>
        </p:nvSpPr>
        <p:spPr>
          <a:xfrm>
            <a:off x="225750" y="2727900"/>
            <a:ext cx="4612500" cy="5709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900"/>
              <a:buNone/>
            </a:pPr>
            <a:r>
              <a:rPr lang="en">
                <a:solidFill>
                  <a:srgbClr val="FFFFFF"/>
                </a:solidFill>
              </a:rPr>
              <a:t>Every concept must pass through these filters. Constraints come from three sources: the GWSG programme framework, our primary research, and lower-ranked OAs converted at the Define Workshop.</a:t>
            </a:r>
            <a:endParaRPr>
              <a:solidFill>
                <a:srgbClr val="FFFFFF"/>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0" name="Shape 360"/>
        <p:cNvGrpSpPr/>
        <p:nvPr/>
      </p:nvGrpSpPr>
      <p:grpSpPr>
        <a:xfrm>
          <a:off x="0" y="0"/>
          <a:ext cx="0" cy="0"/>
          <a:chOff x="0" y="0"/>
          <a:chExt cx="0" cy="0"/>
        </a:xfrm>
      </p:grpSpPr>
      <p:sp>
        <p:nvSpPr>
          <p:cNvPr id="361" name="Google Shape;361;p51"/>
          <p:cNvSpPr txBox="1"/>
          <p:nvPr>
            <p:ph idx="12" type="sldNum"/>
          </p:nvPr>
        </p:nvSpPr>
        <p:spPr>
          <a:xfrm>
            <a:off x="7426775" y="4679000"/>
            <a:ext cx="1502400" cy="3243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SzPts val="900"/>
              <a:buNone/>
            </a:pPr>
            <a:fld id="{00000000-1234-1234-1234-123412341234}" type="slidenum">
              <a:rPr lang="en"/>
              <a:t>‹#›</a:t>
            </a:fld>
            <a:endParaRPr/>
          </a:p>
        </p:txBody>
      </p:sp>
      <p:sp>
        <p:nvSpPr>
          <p:cNvPr id="362" name="Google Shape;362;p51"/>
          <p:cNvSpPr txBox="1"/>
          <p:nvPr>
            <p:ph type="title"/>
          </p:nvPr>
        </p:nvSpPr>
        <p:spPr>
          <a:xfrm>
            <a:off x="229450" y="164350"/>
            <a:ext cx="8686800" cy="11085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600"/>
              <a:buNone/>
            </a:pPr>
            <a:r>
              <a:rPr lang="en" sz="2400"/>
              <a:t>TIER 1: Programme Constraints (from GWSG framework + project brief)</a:t>
            </a:r>
            <a:endParaRPr sz="2400"/>
          </a:p>
        </p:txBody>
      </p:sp>
      <p:sp>
        <p:nvSpPr>
          <p:cNvPr id="363" name="Google Shape;363;p51"/>
          <p:cNvSpPr txBox="1"/>
          <p:nvPr>
            <p:ph idx="2" type="subTitle"/>
          </p:nvPr>
        </p:nvSpPr>
        <p:spPr>
          <a:xfrm>
            <a:off x="228600" y="1432500"/>
            <a:ext cx="2728200" cy="3243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900"/>
              <a:buNone/>
            </a:pPr>
            <a:r>
              <a:rPr lang="en"/>
              <a:t>Constraint</a:t>
            </a:r>
            <a:endParaRPr/>
          </a:p>
        </p:txBody>
      </p:sp>
      <p:sp>
        <p:nvSpPr>
          <p:cNvPr id="364" name="Google Shape;364;p51"/>
          <p:cNvSpPr txBox="1"/>
          <p:nvPr>
            <p:ph idx="3" type="subTitle"/>
          </p:nvPr>
        </p:nvSpPr>
        <p:spPr>
          <a:xfrm>
            <a:off x="3207900" y="1432500"/>
            <a:ext cx="2728200" cy="3243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900"/>
              <a:buNone/>
            </a:pPr>
            <a:r>
              <a:rPr lang="en"/>
              <a:t>Source</a:t>
            </a:r>
            <a:endParaRPr/>
          </a:p>
        </p:txBody>
      </p:sp>
      <p:sp>
        <p:nvSpPr>
          <p:cNvPr id="365" name="Google Shape;365;p51"/>
          <p:cNvSpPr txBox="1"/>
          <p:nvPr>
            <p:ph idx="4" type="subTitle"/>
          </p:nvPr>
        </p:nvSpPr>
        <p:spPr>
          <a:xfrm>
            <a:off x="6187200" y="1432500"/>
            <a:ext cx="2728200" cy="3243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900"/>
              <a:buNone/>
            </a:pPr>
            <a:r>
              <a:rPr lang="en"/>
              <a:t>Implication for co-creation</a:t>
            </a:r>
            <a:endParaRPr/>
          </a:p>
        </p:txBody>
      </p:sp>
      <p:grpSp>
        <p:nvGrpSpPr>
          <p:cNvPr id="366" name="Google Shape;366;p51"/>
          <p:cNvGrpSpPr/>
          <p:nvPr/>
        </p:nvGrpSpPr>
        <p:grpSpPr>
          <a:xfrm>
            <a:off x="228600" y="1756825"/>
            <a:ext cx="8686800" cy="543300"/>
            <a:chOff x="228600" y="1756825"/>
            <a:chExt cx="8686800" cy="543300"/>
          </a:xfrm>
        </p:grpSpPr>
        <p:sp>
          <p:nvSpPr>
            <p:cNvPr id="367" name="Google Shape;367;p51"/>
            <p:cNvSpPr txBox="1"/>
            <p:nvPr/>
          </p:nvSpPr>
          <p:spPr>
            <a:xfrm>
              <a:off x="3207900" y="1756825"/>
              <a:ext cx="2728200" cy="543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chemeClr val="dk1"/>
                  </a:solidFill>
                  <a:latin typeface="Gowun Batang"/>
                  <a:ea typeface="Gowun Batang"/>
                  <a:cs typeface="Gowun Batang"/>
                  <a:sym typeface="Gowun Batang"/>
                </a:rPr>
                <a:t>GWSG framework</a:t>
              </a:r>
              <a:endParaRPr b="0" i="0" sz="900" u="none" cap="none" strike="noStrike">
                <a:solidFill>
                  <a:schemeClr val="dk1"/>
                </a:solidFill>
                <a:latin typeface="Gowun Batang"/>
                <a:ea typeface="Gowun Batang"/>
                <a:cs typeface="Gowun Batang"/>
                <a:sym typeface="Gowun Batang"/>
              </a:endParaRPr>
            </a:p>
          </p:txBody>
        </p:sp>
        <p:sp>
          <p:nvSpPr>
            <p:cNvPr id="368" name="Google Shape;368;p51"/>
            <p:cNvSpPr txBox="1"/>
            <p:nvPr/>
          </p:nvSpPr>
          <p:spPr>
            <a:xfrm>
              <a:off x="228600" y="1756825"/>
              <a:ext cx="2728200" cy="543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chemeClr val="dk1"/>
                  </a:solidFill>
                  <a:latin typeface="Gowun Batang"/>
                  <a:ea typeface="Gowun Batang"/>
                  <a:cs typeface="Gowun Batang"/>
                  <a:sym typeface="Gowun Batang"/>
                </a:rPr>
                <a:t>Must align with 5 Wells (Eat, Exercise, Sleep, Learn, Oral Health)</a:t>
              </a:r>
              <a:endParaRPr b="0" i="0" sz="900" u="none" cap="none" strike="noStrike">
                <a:solidFill>
                  <a:schemeClr val="dk1"/>
                </a:solidFill>
                <a:latin typeface="Gowun Batang"/>
                <a:ea typeface="Gowun Batang"/>
                <a:cs typeface="Gowun Batang"/>
                <a:sym typeface="Gowun Batang"/>
              </a:endParaRPr>
            </a:p>
          </p:txBody>
        </p:sp>
        <p:sp>
          <p:nvSpPr>
            <p:cNvPr id="369" name="Google Shape;369;p51"/>
            <p:cNvSpPr txBox="1"/>
            <p:nvPr/>
          </p:nvSpPr>
          <p:spPr>
            <a:xfrm>
              <a:off x="6187200" y="1756825"/>
              <a:ext cx="2728200" cy="543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chemeClr val="dk1"/>
                  </a:solidFill>
                  <a:latin typeface="Gowun Batang"/>
                  <a:ea typeface="Gowun Batang"/>
                  <a:cs typeface="Gowun Batang"/>
                  <a:sym typeface="Gowun Batang"/>
                </a:rPr>
                <a:t>Concepts that fall outside the 5 Wells are out of scope, even if desirable</a:t>
              </a:r>
              <a:endParaRPr b="0" i="0" sz="900" u="none" cap="none" strike="noStrike">
                <a:solidFill>
                  <a:schemeClr val="dk1"/>
                </a:solidFill>
                <a:latin typeface="Gowun Batang"/>
                <a:ea typeface="Gowun Batang"/>
                <a:cs typeface="Gowun Batang"/>
                <a:sym typeface="Gowun Batang"/>
              </a:endParaRPr>
            </a:p>
          </p:txBody>
        </p:sp>
        <p:cxnSp>
          <p:nvCxnSpPr>
            <p:cNvPr id="370" name="Google Shape;370;p51"/>
            <p:cNvCxnSpPr/>
            <p:nvPr/>
          </p:nvCxnSpPr>
          <p:spPr>
            <a:xfrm>
              <a:off x="228600" y="1756825"/>
              <a:ext cx="8686800" cy="0"/>
            </a:xfrm>
            <a:prstGeom prst="straightConnector1">
              <a:avLst/>
            </a:prstGeom>
            <a:noFill/>
            <a:ln cap="flat" cmpd="sng" w="9525">
              <a:solidFill>
                <a:schemeClr val="dk1"/>
              </a:solidFill>
              <a:prstDash val="solid"/>
              <a:round/>
              <a:headEnd len="sm" w="sm" type="none"/>
              <a:tailEnd len="sm" w="sm" type="none"/>
            </a:ln>
          </p:spPr>
        </p:cxnSp>
      </p:grpSp>
      <p:grpSp>
        <p:nvGrpSpPr>
          <p:cNvPr id="371" name="Google Shape;371;p51"/>
          <p:cNvGrpSpPr/>
          <p:nvPr/>
        </p:nvGrpSpPr>
        <p:grpSpPr>
          <a:xfrm>
            <a:off x="228600" y="2300100"/>
            <a:ext cx="8686800" cy="543300"/>
            <a:chOff x="228600" y="1756825"/>
            <a:chExt cx="8686800" cy="543300"/>
          </a:xfrm>
        </p:grpSpPr>
        <p:sp>
          <p:nvSpPr>
            <p:cNvPr id="372" name="Google Shape;372;p51"/>
            <p:cNvSpPr txBox="1"/>
            <p:nvPr/>
          </p:nvSpPr>
          <p:spPr>
            <a:xfrm>
              <a:off x="3207900" y="1756825"/>
              <a:ext cx="2728200" cy="543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chemeClr val="dk1"/>
                  </a:solidFill>
                  <a:latin typeface="Gowun Batang"/>
                  <a:ea typeface="Gowun Batang"/>
                  <a:cs typeface="Gowun Batang"/>
                  <a:sym typeface="Gowun Batang"/>
                </a:rPr>
                <a:t>Project brief</a:t>
              </a:r>
              <a:endParaRPr b="0" i="0" sz="900" u="none" cap="none" strike="noStrike">
                <a:solidFill>
                  <a:schemeClr val="dk1"/>
                </a:solidFill>
                <a:latin typeface="Gowun Batang"/>
                <a:ea typeface="Gowun Batang"/>
                <a:cs typeface="Gowun Batang"/>
                <a:sym typeface="Gowun Batang"/>
              </a:endParaRPr>
            </a:p>
          </p:txBody>
        </p:sp>
        <p:sp>
          <p:nvSpPr>
            <p:cNvPr id="373" name="Google Shape;373;p51"/>
            <p:cNvSpPr txBox="1"/>
            <p:nvPr/>
          </p:nvSpPr>
          <p:spPr>
            <a:xfrm>
              <a:off x="228600" y="1756825"/>
              <a:ext cx="2728200" cy="543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chemeClr val="dk1"/>
                  </a:solidFill>
                  <a:latin typeface="Gowun Batang"/>
                  <a:ea typeface="Gowun Batang"/>
                  <a:cs typeface="Gowun Batang"/>
                  <a:sym typeface="Gowun Batang"/>
                </a:rPr>
                <a:t>Target: 13–16 year olds in secondary school + their parents</a:t>
              </a:r>
              <a:endParaRPr b="0" i="0" sz="900" u="none" cap="none" strike="noStrike">
                <a:solidFill>
                  <a:schemeClr val="dk1"/>
                </a:solidFill>
                <a:latin typeface="Gowun Batang"/>
                <a:ea typeface="Gowun Batang"/>
                <a:cs typeface="Gowun Batang"/>
                <a:sym typeface="Gowun Batang"/>
              </a:endParaRPr>
            </a:p>
          </p:txBody>
        </p:sp>
        <p:sp>
          <p:nvSpPr>
            <p:cNvPr id="374" name="Google Shape;374;p51"/>
            <p:cNvSpPr txBox="1"/>
            <p:nvPr/>
          </p:nvSpPr>
          <p:spPr>
            <a:xfrm>
              <a:off x="6187200" y="1756825"/>
              <a:ext cx="2728200" cy="543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chemeClr val="dk1"/>
                  </a:solidFill>
                  <a:latin typeface="Gowun Batang"/>
                  <a:ea typeface="Gowun Batang"/>
                  <a:cs typeface="Gowun Batang"/>
                  <a:sym typeface="Gowun Batang"/>
                </a:rPr>
                <a:t>No concepts requiring primary school or JC/IHL infrastructure</a:t>
              </a:r>
              <a:endParaRPr b="0" i="0" sz="900" u="none" cap="none" strike="noStrike">
                <a:solidFill>
                  <a:schemeClr val="dk1"/>
                </a:solidFill>
                <a:latin typeface="Gowun Batang"/>
                <a:ea typeface="Gowun Batang"/>
                <a:cs typeface="Gowun Batang"/>
                <a:sym typeface="Gowun Batang"/>
              </a:endParaRPr>
            </a:p>
          </p:txBody>
        </p:sp>
        <p:cxnSp>
          <p:nvCxnSpPr>
            <p:cNvPr id="375" name="Google Shape;375;p51"/>
            <p:cNvCxnSpPr/>
            <p:nvPr/>
          </p:nvCxnSpPr>
          <p:spPr>
            <a:xfrm>
              <a:off x="228600" y="1756825"/>
              <a:ext cx="8686800" cy="0"/>
            </a:xfrm>
            <a:prstGeom prst="straightConnector1">
              <a:avLst/>
            </a:prstGeom>
            <a:noFill/>
            <a:ln cap="flat" cmpd="sng" w="9525">
              <a:solidFill>
                <a:schemeClr val="dk1"/>
              </a:solidFill>
              <a:prstDash val="solid"/>
              <a:round/>
              <a:headEnd len="sm" w="sm" type="none"/>
              <a:tailEnd len="sm" w="sm" type="none"/>
            </a:ln>
          </p:spPr>
        </p:cxnSp>
      </p:grpSp>
      <p:grpSp>
        <p:nvGrpSpPr>
          <p:cNvPr id="376" name="Google Shape;376;p51"/>
          <p:cNvGrpSpPr/>
          <p:nvPr/>
        </p:nvGrpSpPr>
        <p:grpSpPr>
          <a:xfrm>
            <a:off x="228600" y="2843400"/>
            <a:ext cx="8686800" cy="543300"/>
            <a:chOff x="228600" y="1756825"/>
            <a:chExt cx="8686800" cy="543300"/>
          </a:xfrm>
        </p:grpSpPr>
        <p:sp>
          <p:nvSpPr>
            <p:cNvPr id="377" name="Google Shape;377;p51"/>
            <p:cNvSpPr txBox="1"/>
            <p:nvPr/>
          </p:nvSpPr>
          <p:spPr>
            <a:xfrm>
              <a:off x="3207900" y="1756825"/>
              <a:ext cx="2728200" cy="543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chemeClr val="dk1"/>
                  </a:solidFill>
                  <a:latin typeface="Gowun Batang"/>
                  <a:ea typeface="Gowun Batang"/>
                  <a:cs typeface="Gowun Batang"/>
                  <a:sym typeface="Gowun Batang"/>
                </a:rPr>
                <a:t>Project brief KPI</a:t>
              </a:r>
              <a:endParaRPr b="0" i="0" sz="900" u="none" cap="none" strike="noStrike">
                <a:solidFill>
                  <a:schemeClr val="dk1"/>
                </a:solidFill>
                <a:latin typeface="Gowun Batang"/>
                <a:ea typeface="Gowun Batang"/>
                <a:cs typeface="Gowun Batang"/>
                <a:sym typeface="Gowun Batang"/>
              </a:endParaRPr>
            </a:p>
          </p:txBody>
        </p:sp>
        <p:sp>
          <p:nvSpPr>
            <p:cNvPr id="378" name="Google Shape;378;p51"/>
            <p:cNvSpPr txBox="1"/>
            <p:nvPr/>
          </p:nvSpPr>
          <p:spPr>
            <a:xfrm>
              <a:off x="228600" y="1756825"/>
              <a:ext cx="2728200" cy="543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chemeClr val="dk1"/>
                  </a:solidFill>
                  <a:latin typeface="Gowun Batang"/>
                  <a:ea typeface="Gowun Batang"/>
                  <a:cs typeface="Gowun Batang"/>
                  <a:sym typeface="Gowun Batang"/>
                </a:rPr>
                <a:t>Must be pilot-ready for internal HPB testing (30 youth, 10 parents)</a:t>
              </a:r>
              <a:endParaRPr b="0" i="0" sz="900" u="none" cap="none" strike="noStrike">
                <a:solidFill>
                  <a:schemeClr val="dk1"/>
                </a:solidFill>
                <a:latin typeface="Gowun Batang"/>
                <a:ea typeface="Gowun Batang"/>
                <a:cs typeface="Gowun Batang"/>
                <a:sym typeface="Gowun Batang"/>
              </a:endParaRPr>
            </a:p>
          </p:txBody>
        </p:sp>
        <p:sp>
          <p:nvSpPr>
            <p:cNvPr id="379" name="Google Shape;379;p51"/>
            <p:cNvSpPr txBox="1"/>
            <p:nvPr/>
          </p:nvSpPr>
          <p:spPr>
            <a:xfrm>
              <a:off x="6187200" y="1756825"/>
              <a:ext cx="2728200" cy="543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chemeClr val="dk1"/>
                  </a:solidFill>
                  <a:latin typeface="Gowun Batang"/>
                  <a:ea typeface="Gowun Batang"/>
                  <a:cs typeface="Gowun Batang"/>
                  <a:sym typeface="Gowun Batang"/>
                </a:rPr>
                <a:t>Concepts must be testable at small scale. No system-level redesigns.</a:t>
              </a:r>
              <a:endParaRPr b="0" i="0" sz="900" u="none" cap="none" strike="noStrike">
                <a:solidFill>
                  <a:schemeClr val="dk1"/>
                </a:solidFill>
                <a:latin typeface="Gowun Batang"/>
                <a:ea typeface="Gowun Batang"/>
                <a:cs typeface="Gowun Batang"/>
                <a:sym typeface="Gowun Batang"/>
              </a:endParaRPr>
            </a:p>
          </p:txBody>
        </p:sp>
        <p:cxnSp>
          <p:nvCxnSpPr>
            <p:cNvPr id="380" name="Google Shape;380;p51"/>
            <p:cNvCxnSpPr/>
            <p:nvPr/>
          </p:nvCxnSpPr>
          <p:spPr>
            <a:xfrm>
              <a:off x="228600" y="1756825"/>
              <a:ext cx="8686800" cy="0"/>
            </a:xfrm>
            <a:prstGeom prst="straightConnector1">
              <a:avLst/>
            </a:prstGeom>
            <a:noFill/>
            <a:ln cap="flat" cmpd="sng" w="9525">
              <a:solidFill>
                <a:schemeClr val="dk1"/>
              </a:solidFill>
              <a:prstDash val="solid"/>
              <a:round/>
              <a:headEnd len="sm" w="sm" type="none"/>
              <a:tailEnd len="sm" w="sm" type="none"/>
            </a:ln>
          </p:spPr>
        </p:cxnSp>
      </p:grpSp>
      <p:grpSp>
        <p:nvGrpSpPr>
          <p:cNvPr id="381" name="Google Shape;381;p51"/>
          <p:cNvGrpSpPr/>
          <p:nvPr/>
        </p:nvGrpSpPr>
        <p:grpSpPr>
          <a:xfrm>
            <a:off x="228600" y="3386700"/>
            <a:ext cx="8686800" cy="543300"/>
            <a:chOff x="228600" y="1756825"/>
            <a:chExt cx="8686800" cy="543300"/>
          </a:xfrm>
        </p:grpSpPr>
        <p:sp>
          <p:nvSpPr>
            <p:cNvPr id="382" name="Google Shape;382;p51"/>
            <p:cNvSpPr txBox="1"/>
            <p:nvPr/>
          </p:nvSpPr>
          <p:spPr>
            <a:xfrm>
              <a:off x="3207900" y="1756825"/>
              <a:ext cx="2728200" cy="543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chemeClr val="dk1"/>
                  </a:solidFill>
                  <a:latin typeface="Gowun Batang"/>
                  <a:ea typeface="Gowun Batang"/>
                  <a:cs typeface="Gowun Batang"/>
                  <a:sym typeface="Gowun Batang"/>
                </a:rPr>
                <a:t>Project brief objective 6</a:t>
              </a:r>
              <a:endParaRPr b="0" i="0" sz="900" u="none" cap="none" strike="noStrike">
                <a:solidFill>
                  <a:schemeClr val="dk1"/>
                </a:solidFill>
                <a:latin typeface="Gowun Batang"/>
                <a:ea typeface="Gowun Batang"/>
                <a:cs typeface="Gowun Batang"/>
                <a:sym typeface="Gowun Batang"/>
              </a:endParaRPr>
            </a:p>
          </p:txBody>
        </p:sp>
        <p:sp>
          <p:nvSpPr>
            <p:cNvPr id="383" name="Google Shape;383;p51"/>
            <p:cNvSpPr txBox="1"/>
            <p:nvPr/>
          </p:nvSpPr>
          <p:spPr>
            <a:xfrm>
              <a:off x="228600" y="1756825"/>
              <a:ext cx="2728200" cy="543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chemeClr val="dk1"/>
                  </a:solidFill>
                  <a:latin typeface="Gowun Batang"/>
                  <a:ea typeface="Gowun Batang"/>
                  <a:cs typeface="Gowun Batang"/>
                  <a:sym typeface="Gowun Batang"/>
                </a:rPr>
                <a:t>Must consider non-digital resource alternatives</a:t>
              </a:r>
              <a:endParaRPr b="0" i="0" sz="900" u="none" cap="none" strike="noStrike">
                <a:solidFill>
                  <a:schemeClr val="dk1"/>
                </a:solidFill>
                <a:latin typeface="Gowun Batang"/>
                <a:ea typeface="Gowun Batang"/>
                <a:cs typeface="Gowun Batang"/>
                <a:sym typeface="Gowun Batang"/>
              </a:endParaRPr>
            </a:p>
          </p:txBody>
        </p:sp>
        <p:sp>
          <p:nvSpPr>
            <p:cNvPr id="384" name="Google Shape;384;p51"/>
            <p:cNvSpPr txBox="1"/>
            <p:nvPr/>
          </p:nvSpPr>
          <p:spPr>
            <a:xfrm>
              <a:off x="6187200" y="1756825"/>
              <a:ext cx="2728200" cy="543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chemeClr val="dk1"/>
                  </a:solidFill>
                  <a:latin typeface="Gowun Batang"/>
                  <a:ea typeface="Gowun Batang"/>
                  <a:cs typeface="Gowun Batang"/>
                  <a:sym typeface="Gowun Batang"/>
                </a:rPr>
                <a:t>Don't default to app-based solutions, consider offline, physical, social</a:t>
              </a:r>
              <a:endParaRPr b="0" i="0" sz="900" u="none" cap="none" strike="noStrike">
                <a:solidFill>
                  <a:schemeClr val="dk1"/>
                </a:solidFill>
                <a:latin typeface="Gowun Batang"/>
                <a:ea typeface="Gowun Batang"/>
                <a:cs typeface="Gowun Batang"/>
                <a:sym typeface="Gowun Batang"/>
              </a:endParaRPr>
            </a:p>
          </p:txBody>
        </p:sp>
        <p:cxnSp>
          <p:nvCxnSpPr>
            <p:cNvPr id="385" name="Google Shape;385;p51"/>
            <p:cNvCxnSpPr/>
            <p:nvPr/>
          </p:nvCxnSpPr>
          <p:spPr>
            <a:xfrm>
              <a:off x="228600" y="1756825"/>
              <a:ext cx="8686800" cy="0"/>
            </a:xfrm>
            <a:prstGeom prst="straightConnector1">
              <a:avLst/>
            </a:prstGeom>
            <a:noFill/>
            <a:ln cap="flat" cmpd="sng" w="9525">
              <a:solidFill>
                <a:schemeClr val="dk1"/>
              </a:solidFill>
              <a:prstDash val="solid"/>
              <a:round/>
              <a:headEnd len="sm" w="sm" type="none"/>
              <a:tailEnd len="sm" w="sm" type="none"/>
            </a:ln>
          </p:spPr>
        </p:cxnSp>
      </p:grpSp>
      <p:grpSp>
        <p:nvGrpSpPr>
          <p:cNvPr id="386" name="Google Shape;386;p51"/>
          <p:cNvGrpSpPr/>
          <p:nvPr/>
        </p:nvGrpSpPr>
        <p:grpSpPr>
          <a:xfrm>
            <a:off x="228600" y="3929975"/>
            <a:ext cx="8686800" cy="543300"/>
            <a:chOff x="228600" y="1756825"/>
            <a:chExt cx="8686800" cy="543300"/>
          </a:xfrm>
        </p:grpSpPr>
        <p:sp>
          <p:nvSpPr>
            <p:cNvPr id="387" name="Google Shape;387;p51"/>
            <p:cNvSpPr txBox="1"/>
            <p:nvPr/>
          </p:nvSpPr>
          <p:spPr>
            <a:xfrm>
              <a:off x="3207900" y="1756825"/>
              <a:ext cx="2728200" cy="543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chemeClr val="dk1"/>
                  </a:solidFill>
                  <a:latin typeface="Gowun Batang"/>
                  <a:ea typeface="Gowun Batang"/>
                  <a:cs typeface="Gowun Batang"/>
                  <a:sym typeface="Gowun Batang"/>
                </a:rPr>
                <a:t>GWSG stakeholder alignment</a:t>
              </a:r>
              <a:endParaRPr b="0" i="0" sz="900" u="none" cap="none" strike="noStrike">
                <a:solidFill>
                  <a:schemeClr val="dk1"/>
                </a:solidFill>
                <a:latin typeface="Gowun Batang"/>
                <a:ea typeface="Gowun Batang"/>
                <a:cs typeface="Gowun Batang"/>
                <a:sym typeface="Gowun Batang"/>
              </a:endParaRPr>
            </a:p>
          </p:txBody>
        </p:sp>
        <p:sp>
          <p:nvSpPr>
            <p:cNvPr id="388" name="Google Shape;388;p51"/>
            <p:cNvSpPr txBox="1"/>
            <p:nvPr/>
          </p:nvSpPr>
          <p:spPr>
            <a:xfrm>
              <a:off x="228600" y="1756825"/>
              <a:ext cx="2728200" cy="543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chemeClr val="dk1"/>
                  </a:solidFill>
                  <a:latin typeface="Gowun Batang"/>
                  <a:ea typeface="Gowun Batang"/>
                  <a:cs typeface="Gowun Batang"/>
                  <a:sym typeface="Gowun Batang"/>
                </a:rPr>
                <a:t>Must align with GWSG Message House v2.0</a:t>
              </a:r>
              <a:endParaRPr b="0" i="0" sz="900" u="none" cap="none" strike="noStrike">
                <a:solidFill>
                  <a:schemeClr val="dk1"/>
                </a:solidFill>
                <a:latin typeface="Gowun Batang"/>
                <a:ea typeface="Gowun Batang"/>
                <a:cs typeface="Gowun Batang"/>
                <a:sym typeface="Gowun Batang"/>
              </a:endParaRPr>
            </a:p>
          </p:txBody>
        </p:sp>
        <p:sp>
          <p:nvSpPr>
            <p:cNvPr id="389" name="Google Shape;389;p51"/>
            <p:cNvSpPr txBox="1"/>
            <p:nvPr/>
          </p:nvSpPr>
          <p:spPr>
            <a:xfrm>
              <a:off x="6187200" y="1756825"/>
              <a:ext cx="2728200" cy="543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chemeClr val="dk1"/>
                  </a:solidFill>
                  <a:latin typeface="Gowun Batang"/>
                  <a:ea typeface="Gowun Batang"/>
                  <a:cs typeface="Gowun Batang"/>
                  <a:sym typeface="Gowun Batang"/>
                </a:rPr>
                <a:t>Concepts should not contradict existing CTA messaging to parents</a:t>
              </a:r>
              <a:endParaRPr b="0" i="0" sz="900" u="none" cap="none" strike="noStrike">
                <a:solidFill>
                  <a:schemeClr val="dk1"/>
                </a:solidFill>
                <a:latin typeface="Gowun Batang"/>
                <a:ea typeface="Gowun Batang"/>
                <a:cs typeface="Gowun Batang"/>
                <a:sym typeface="Gowun Batang"/>
              </a:endParaRPr>
            </a:p>
          </p:txBody>
        </p:sp>
        <p:cxnSp>
          <p:nvCxnSpPr>
            <p:cNvPr id="390" name="Google Shape;390;p51"/>
            <p:cNvCxnSpPr/>
            <p:nvPr/>
          </p:nvCxnSpPr>
          <p:spPr>
            <a:xfrm>
              <a:off x="228600" y="1756825"/>
              <a:ext cx="8686800" cy="0"/>
            </a:xfrm>
            <a:prstGeom prst="straightConnector1">
              <a:avLst/>
            </a:prstGeom>
            <a:noFill/>
            <a:ln cap="flat" cmpd="sng" w="9525">
              <a:solidFill>
                <a:schemeClr val="dk1"/>
              </a:solidFill>
              <a:prstDash val="solid"/>
              <a:round/>
              <a:headEnd len="sm" w="sm" type="none"/>
              <a:tailEnd len="sm" w="sm" type="none"/>
            </a:ln>
          </p:spPr>
        </p:cxnSp>
      </p:grpSp>
      <p:sp>
        <p:nvSpPr>
          <p:cNvPr id="391" name="Google Shape;391;p51"/>
          <p:cNvSpPr txBox="1"/>
          <p:nvPr>
            <p:ph idx="4294967295" type="body"/>
          </p:nvPr>
        </p:nvSpPr>
        <p:spPr>
          <a:xfrm>
            <a:off x="228600" y="4679000"/>
            <a:ext cx="4343400" cy="3243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900"/>
              <a:buNone/>
            </a:pPr>
            <a:r>
              <a:rPr lang="en"/>
              <a:t>Aleph Labs ©</a:t>
            </a:r>
            <a:endParaRPr/>
          </a:p>
        </p:txBody>
      </p:sp>
      <p:sp>
        <p:nvSpPr>
          <p:cNvPr id="392" name="Google Shape;392;p51"/>
          <p:cNvSpPr txBox="1"/>
          <p:nvPr>
            <p:ph idx="4294967295" type="body"/>
          </p:nvPr>
        </p:nvSpPr>
        <p:spPr>
          <a:xfrm>
            <a:off x="243000" y="1000650"/>
            <a:ext cx="8672400" cy="324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accent1"/>
              </a:buClr>
              <a:buSzPts val="1100"/>
              <a:buFont typeface="Arial"/>
              <a:buNone/>
            </a:pPr>
            <a:r>
              <a:rPr lang="en" sz="1200"/>
              <a:t>These are non-negotiable parameters set by HPB before research began.</a:t>
            </a:r>
            <a:endParaRPr sz="1200"/>
          </a:p>
          <a:p>
            <a:pPr indent="0" lvl="0" marL="0" rtl="0" algn="l">
              <a:lnSpc>
                <a:spcPct val="100000"/>
              </a:lnSpc>
              <a:spcBef>
                <a:spcPts val="1200"/>
              </a:spcBef>
              <a:spcAft>
                <a:spcPts val="0"/>
              </a:spcAft>
              <a:buSzPts val="900"/>
              <a:buNone/>
            </a:pPr>
            <a:r>
              <a:t/>
            </a:r>
            <a:endParaRPr sz="12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6" name="Shape 396"/>
        <p:cNvGrpSpPr/>
        <p:nvPr/>
      </p:nvGrpSpPr>
      <p:grpSpPr>
        <a:xfrm>
          <a:off x="0" y="0"/>
          <a:ext cx="0" cy="0"/>
          <a:chOff x="0" y="0"/>
          <a:chExt cx="0" cy="0"/>
        </a:xfrm>
      </p:grpSpPr>
      <p:sp>
        <p:nvSpPr>
          <p:cNvPr id="397" name="Google Shape;397;p52"/>
          <p:cNvSpPr txBox="1"/>
          <p:nvPr>
            <p:ph idx="12" type="sldNum"/>
          </p:nvPr>
        </p:nvSpPr>
        <p:spPr>
          <a:xfrm>
            <a:off x="7426775" y="4679000"/>
            <a:ext cx="1502400" cy="3243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SzPts val="900"/>
              <a:buNone/>
            </a:pPr>
            <a:fld id="{00000000-1234-1234-1234-123412341234}" type="slidenum">
              <a:rPr lang="en"/>
              <a:t>‹#›</a:t>
            </a:fld>
            <a:endParaRPr/>
          </a:p>
        </p:txBody>
      </p:sp>
      <p:sp>
        <p:nvSpPr>
          <p:cNvPr id="398" name="Google Shape;398;p52"/>
          <p:cNvSpPr txBox="1"/>
          <p:nvPr>
            <p:ph type="title"/>
          </p:nvPr>
        </p:nvSpPr>
        <p:spPr>
          <a:xfrm>
            <a:off x="229450" y="164350"/>
            <a:ext cx="8686800" cy="11085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600"/>
              <a:buNone/>
            </a:pPr>
            <a:r>
              <a:rPr lang="en" sz="2400"/>
              <a:t>TIER 2: Research-Derived Constraints (from primary research youth + parent IDIs)</a:t>
            </a:r>
            <a:endParaRPr sz="2400"/>
          </a:p>
        </p:txBody>
      </p:sp>
      <p:sp>
        <p:nvSpPr>
          <p:cNvPr id="399" name="Google Shape;399;p52"/>
          <p:cNvSpPr txBox="1"/>
          <p:nvPr>
            <p:ph idx="2" type="subTitle"/>
          </p:nvPr>
        </p:nvSpPr>
        <p:spPr>
          <a:xfrm>
            <a:off x="228600" y="1432500"/>
            <a:ext cx="2728200" cy="3243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900"/>
              <a:buNone/>
            </a:pPr>
            <a:r>
              <a:rPr lang="en"/>
              <a:t>Constraint</a:t>
            </a:r>
            <a:endParaRPr/>
          </a:p>
        </p:txBody>
      </p:sp>
      <p:sp>
        <p:nvSpPr>
          <p:cNvPr id="400" name="Google Shape;400;p52"/>
          <p:cNvSpPr txBox="1"/>
          <p:nvPr>
            <p:ph idx="3" type="subTitle"/>
          </p:nvPr>
        </p:nvSpPr>
        <p:spPr>
          <a:xfrm>
            <a:off x="3207900" y="1432500"/>
            <a:ext cx="2728200" cy="3243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900"/>
              <a:buNone/>
            </a:pPr>
            <a:r>
              <a:rPr lang="en"/>
              <a:t>Source</a:t>
            </a:r>
            <a:endParaRPr/>
          </a:p>
        </p:txBody>
      </p:sp>
      <p:sp>
        <p:nvSpPr>
          <p:cNvPr id="401" name="Google Shape;401;p52"/>
          <p:cNvSpPr txBox="1"/>
          <p:nvPr>
            <p:ph idx="4" type="subTitle"/>
          </p:nvPr>
        </p:nvSpPr>
        <p:spPr>
          <a:xfrm>
            <a:off x="6187200" y="1432500"/>
            <a:ext cx="2728200" cy="3243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900"/>
              <a:buNone/>
            </a:pPr>
            <a:r>
              <a:rPr lang="en"/>
              <a:t>Implication for co-creation</a:t>
            </a:r>
            <a:endParaRPr/>
          </a:p>
        </p:txBody>
      </p:sp>
      <p:grpSp>
        <p:nvGrpSpPr>
          <p:cNvPr id="402" name="Google Shape;402;p52"/>
          <p:cNvGrpSpPr/>
          <p:nvPr/>
        </p:nvGrpSpPr>
        <p:grpSpPr>
          <a:xfrm>
            <a:off x="228600" y="1756825"/>
            <a:ext cx="8686800" cy="543300"/>
            <a:chOff x="228600" y="1756825"/>
            <a:chExt cx="8686800" cy="543300"/>
          </a:xfrm>
        </p:grpSpPr>
        <p:sp>
          <p:nvSpPr>
            <p:cNvPr id="403" name="Google Shape;403;p52"/>
            <p:cNvSpPr txBox="1"/>
            <p:nvPr/>
          </p:nvSpPr>
          <p:spPr>
            <a:xfrm>
              <a:off x="3207900" y="1756825"/>
              <a:ext cx="2728200" cy="543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chemeClr val="dk1"/>
                  </a:solidFill>
                  <a:latin typeface="Gowun Batang"/>
                  <a:ea typeface="Gowun Batang"/>
                  <a:cs typeface="Gowun Batang"/>
                  <a:sym typeface="Gowun Batang"/>
                </a:rPr>
                <a:t>All 11 youth deprioritised health vs. appearance, academics, social life (Y01–Y11)</a:t>
              </a:r>
              <a:endParaRPr b="0" i="0" sz="900" u="none" cap="none" strike="noStrike">
                <a:solidFill>
                  <a:schemeClr val="dk1"/>
                </a:solidFill>
                <a:latin typeface="Gowun Batang"/>
                <a:ea typeface="Gowun Batang"/>
                <a:cs typeface="Gowun Batang"/>
                <a:sym typeface="Gowun Batang"/>
              </a:endParaRPr>
            </a:p>
          </p:txBody>
        </p:sp>
        <p:sp>
          <p:nvSpPr>
            <p:cNvPr id="404" name="Google Shape;404;p52"/>
            <p:cNvSpPr txBox="1"/>
            <p:nvPr/>
          </p:nvSpPr>
          <p:spPr>
            <a:xfrm>
              <a:off x="228600" y="1756825"/>
              <a:ext cx="2728200" cy="543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chemeClr val="dk1"/>
                  </a:solidFill>
                  <a:latin typeface="Gowun Batang"/>
                  <a:ea typeface="Gowun Batang"/>
                  <a:cs typeface="Gowun Batang"/>
                  <a:sym typeface="Gowun Batang"/>
                </a:rPr>
                <a:t>Don't lead with health messaging — anchor to immediate concerns</a:t>
              </a:r>
              <a:endParaRPr b="0" i="0" sz="900" u="none" cap="none" strike="noStrike">
                <a:solidFill>
                  <a:schemeClr val="dk1"/>
                </a:solidFill>
                <a:latin typeface="Gowun Batang"/>
                <a:ea typeface="Gowun Batang"/>
                <a:cs typeface="Gowun Batang"/>
                <a:sym typeface="Gowun Batang"/>
              </a:endParaRPr>
            </a:p>
          </p:txBody>
        </p:sp>
        <p:sp>
          <p:nvSpPr>
            <p:cNvPr id="405" name="Google Shape;405;p52"/>
            <p:cNvSpPr txBox="1"/>
            <p:nvPr/>
          </p:nvSpPr>
          <p:spPr>
            <a:xfrm>
              <a:off x="6187200" y="1756825"/>
              <a:ext cx="2728200" cy="543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chemeClr val="dk1"/>
                  </a:solidFill>
                  <a:latin typeface="Gowun Batang"/>
                  <a:ea typeface="Gowun Batang"/>
                  <a:cs typeface="Gowun Batang"/>
                  <a:sym typeface="Gowun Batang"/>
                </a:rPr>
                <a:t>If a concept starts with "be healthier," youth will tune out. Frame through what they already care about.</a:t>
              </a:r>
              <a:endParaRPr b="0" i="0" sz="900" u="none" cap="none" strike="noStrike">
                <a:solidFill>
                  <a:schemeClr val="dk1"/>
                </a:solidFill>
                <a:latin typeface="Gowun Batang"/>
                <a:ea typeface="Gowun Batang"/>
                <a:cs typeface="Gowun Batang"/>
                <a:sym typeface="Gowun Batang"/>
              </a:endParaRPr>
            </a:p>
          </p:txBody>
        </p:sp>
        <p:cxnSp>
          <p:nvCxnSpPr>
            <p:cNvPr id="406" name="Google Shape;406;p52"/>
            <p:cNvCxnSpPr/>
            <p:nvPr/>
          </p:nvCxnSpPr>
          <p:spPr>
            <a:xfrm>
              <a:off x="228600" y="1756825"/>
              <a:ext cx="8686800" cy="0"/>
            </a:xfrm>
            <a:prstGeom prst="straightConnector1">
              <a:avLst/>
            </a:prstGeom>
            <a:noFill/>
            <a:ln cap="flat" cmpd="sng" w="9525">
              <a:solidFill>
                <a:schemeClr val="dk1"/>
              </a:solidFill>
              <a:prstDash val="solid"/>
              <a:round/>
              <a:headEnd len="sm" w="sm" type="none"/>
              <a:tailEnd len="sm" w="sm" type="none"/>
            </a:ln>
          </p:spPr>
        </p:cxnSp>
      </p:grpSp>
      <p:grpSp>
        <p:nvGrpSpPr>
          <p:cNvPr id="407" name="Google Shape;407;p52"/>
          <p:cNvGrpSpPr/>
          <p:nvPr/>
        </p:nvGrpSpPr>
        <p:grpSpPr>
          <a:xfrm>
            <a:off x="228600" y="2300100"/>
            <a:ext cx="8686800" cy="543300"/>
            <a:chOff x="228600" y="1756825"/>
            <a:chExt cx="8686800" cy="543300"/>
          </a:xfrm>
        </p:grpSpPr>
        <p:sp>
          <p:nvSpPr>
            <p:cNvPr id="408" name="Google Shape;408;p52"/>
            <p:cNvSpPr txBox="1"/>
            <p:nvPr/>
          </p:nvSpPr>
          <p:spPr>
            <a:xfrm>
              <a:off x="3207900" y="1756825"/>
              <a:ext cx="2728200" cy="543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chemeClr val="dk1"/>
                  </a:solidFill>
                  <a:latin typeface="Gowun Batang"/>
                  <a:ea typeface="Gowun Batang"/>
                  <a:cs typeface="Gowun Batang"/>
                  <a:sym typeface="Gowun Batang"/>
                </a:rPr>
                <a:t>Youth circumvent controls (Y02, Y05); monitoring triggers resistance (P01, P04)</a:t>
              </a:r>
              <a:endParaRPr b="0" i="0" sz="900" u="none" cap="none" strike="noStrike">
                <a:solidFill>
                  <a:schemeClr val="dk1"/>
                </a:solidFill>
                <a:latin typeface="Gowun Batang"/>
                <a:ea typeface="Gowun Batang"/>
                <a:cs typeface="Gowun Batang"/>
                <a:sym typeface="Gowun Batang"/>
              </a:endParaRPr>
            </a:p>
          </p:txBody>
        </p:sp>
        <p:sp>
          <p:nvSpPr>
            <p:cNvPr id="409" name="Google Shape;409;p52"/>
            <p:cNvSpPr txBox="1"/>
            <p:nvPr/>
          </p:nvSpPr>
          <p:spPr>
            <a:xfrm>
              <a:off x="228600" y="1756825"/>
              <a:ext cx="2728200" cy="543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chemeClr val="dk1"/>
                  </a:solidFill>
                  <a:latin typeface="Gowun Batang"/>
                  <a:ea typeface="Gowun Batang"/>
                  <a:cs typeface="Gowun Batang"/>
                  <a:sym typeface="Gowun Batang"/>
                </a:rPr>
                <a:t>Concepts must work without parental enforcement</a:t>
              </a:r>
              <a:endParaRPr b="0" i="0" sz="900" u="none" cap="none" strike="noStrike">
                <a:solidFill>
                  <a:schemeClr val="dk1"/>
                </a:solidFill>
                <a:latin typeface="Gowun Batang"/>
                <a:ea typeface="Gowun Batang"/>
                <a:cs typeface="Gowun Batang"/>
                <a:sym typeface="Gowun Batang"/>
              </a:endParaRPr>
            </a:p>
          </p:txBody>
        </p:sp>
        <p:sp>
          <p:nvSpPr>
            <p:cNvPr id="410" name="Google Shape;410;p52"/>
            <p:cNvSpPr txBox="1"/>
            <p:nvPr/>
          </p:nvSpPr>
          <p:spPr>
            <a:xfrm>
              <a:off x="6187200" y="1756825"/>
              <a:ext cx="2728200" cy="543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chemeClr val="dk1"/>
                  </a:solidFill>
                  <a:latin typeface="Gowun Batang"/>
                  <a:ea typeface="Gowun Batang"/>
                  <a:cs typeface="Gowun Batang"/>
                  <a:sym typeface="Gowun Batang"/>
                </a:rPr>
                <a:t>Any idea requiring a parent to police it will fail. Test for: "Would your teen do this without you making them?"</a:t>
              </a:r>
              <a:endParaRPr b="0" i="0" sz="900" u="none" cap="none" strike="noStrike">
                <a:solidFill>
                  <a:schemeClr val="dk1"/>
                </a:solidFill>
                <a:latin typeface="Gowun Batang"/>
                <a:ea typeface="Gowun Batang"/>
                <a:cs typeface="Gowun Batang"/>
                <a:sym typeface="Gowun Batang"/>
              </a:endParaRPr>
            </a:p>
          </p:txBody>
        </p:sp>
        <p:cxnSp>
          <p:nvCxnSpPr>
            <p:cNvPr id="411" name="Google Shape;411;p52"/>
            <p:cNvCxnSpPr/>
            <p:nvPr/>
          </p:nvCxnSpPr>
          <p:spPr>
            <a:xfrm>
              <a:off x="228600" y="1756825"/>
              <a:ext cx="8686800" cy="0"/>
            </a:xfrm>
            <a:prstGeom prst="straightConnector1">
              <a:avLst/>
            </a:prstGeom>
            <a:noFill/>
            <a:ln cap="flat" cmpd="sng" w="9525">
              <a:solidFill>
                <a:schemeClr val="dk1"/>
              </a:solidFill>
              <a:prstDash val="solid"/>
              <a:round/>
              <a:headEnd len="sm" w="sm" type="none"/>
              <a:tailEnd len="sm" w="sm" type="none"/>
            </a:ln>
          </p:spPr>
        </p:cxnSp>
      </p:grpSp>
      <p:grpSp>
        <p:nvGrpSpPr>
          <p:cNvPr id="412" name="Google Shape;412;p52"/>
          <p:cNvGrpSpPr/>
          <p:nvPr/>
        </p:nvGrpSpPr>
        <p:grpSpPr>
          <a:xfrm>
            <a:off x="228600" y="2843400"/>
            <a:ext cx="8686800" cy="543300"/>
            <a:chOff x="228600" y="1756825"/>
            <a:chExt cx="8686800" cy="543300"/>
          </a:xfrm>
        </p:grpSpPr>
        <p:sp>
          <p:nvSpPr>
            <p:cNvPr id="413" name="Google Shape;413;p52"/>
            <p:cNvSpPr txBox="1"/>
            <p:nvPr/>
          </p:nvSpPr>
          <p:spPr>
            <a:xfrm>
              <a:off x="3207900" y="1756825"/>
              <a:ext cx="2728200" cy="543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chemeClr val="dk1"/>
                  </a:solidFill>
                  <a:latin typeface="Gowun Batang"/>
                  <a:ea typeface="Gowun Batang"/>
                  <a:cs typeface="Gowun Batang"/>
                  <a:sym typeface="Gowun Batang"/>
                </a:rPr>
                <a:t>Exam periods collapse all healthy habits (Y06, Y09); e.g. tuition crowds out exercise</a:t>
              </a:r>
              <a:endParaRPr b="0" i="0" sz="900" u="none" cap="none" strike="noStrike">
                <a:solidFill>
                  <a:schemeClr val="dk1"/>
                </a:solidFill>
                <a:latin typeface="Gowun Batang"/>
                <a:ea typeface="Gowun Batang"/>
                <a:cs typeface="Gowun Batang"/>
                <a:sym typeface="Gowun Batang"/>
              </a:endParaRPr>
            </a:p>
          </p:txBody>
        </p:sp>
        <p:sp>
          <p:nvSpPr>
            <p:cNvPr id="414" name="Google Shape;414;p52"/>
            <p:cNvSpPr txBox="1"/>
            <p:nvPr/>
          </p:nvSpPr>
          <p:spPr>
            <a:xfrm>
              <a:off x="228600" y="1756825"/>
              <a:ext cx="2728200" cy="543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chemeClr val="dk1"/>
                  </a:solidFill>
                  <a:latin typeface="Gowun Batang"/>
                  <a:ea typeface="Gowun Batang"/>
                  <a:cs typeface="Gowun Batang"/>
                  <a:sym typeface="Gowun Batang"/>
                </a:rPr>
                <a:t>Must survive academic pressure periods</a:t>
              </a:r>
              <a:endParaRPr b="0" i="0" sz="900" u="none" cap="none" strike="noStrike">
                <a:solidFill>
                  <a:schemeClr val="dk1"/>
                </a:solidFill>
                <a:latin typeface="Gowun Batang"/>
                <a:ea typeface="Gowun Batang"/>
                <a:cs typeface="Gowun Batang"/>
                <a:sym typeface="Gowun Batang"/>
              </a:endParaRPr>
            </a:p>
          </p:txBody>
        </p:sp>
        <p:sp>
          <p:nvSpPr>
            <p:cNvPr id="415" name="Google Shape;415;p52"/>
            <p:cNvSpPr txBox="1"/>
            <p:nvPr/>
          </p:nvSpPr>
          <p:spPr>
            <a:xfrm>
              <a:off x="6187200" y="1756825"/>
              <a:ext cx="2728200" cy="543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chemeClr val="dk1"/>
                  </a:solidFill>
                  <a:latin typeface="Gowun Batang"/>
                  <a:ea typeface="Gowun Batang"/>
                  <a:cs typeface="Gowun Batang"/>
                  <a:sym typeface="Gowun Batang"/>
                </a:rPr>
                <a:t>If it can't survive a Tuesday with homework due, it's not viable. Stress-test every concept against this.</a:t>
              </a:r>
              <a:endParaRPr b="0" i="0" sz="900" u="none" cap="none" strike="noStrike">
                <a:solidFill>
                  <a:schemeClr val="dk1"/>
                </a:solidFill>
                <a:latin typeface="Gowun Batang"/>
                <a:ea typeface="Gowun Batang"/>
                <a:cs typeface="Gowun Batang"/>
                <a:sym typeface="Gowun Batang"/>
              </a:endParaRPr>
            </a:p>
          </p:txBody>
        </p:sp>
        <p:cxnSp>
          <p:nvCxnSpPr>
            <p:cNvPr id="416" name="Google Shape;416;p52"/>
            <p:cNvCxnSpPr/>
            <p:nvPr/>
          </p:nvCxnSpPr>
          <p:spPr>
            <a:xfrm>
              <a:off x="228600" y="1756825"/>
              <a:ext cx="8686800" cy="0"/>
            </a:xfrm>
            <a:prstGeom prst="straightConnector1">
              <a:avLst/>
            </a:prstGeom>
            <a:noFill/>
            <a:ln cap="flat" cmpd="sng" w="9525">
              <a:solidFill>
                <a:schemeClr val="dk1"/>
              </a:solidFill>
              <a:prstDash val="solid"/>
              <a:round/>
              <a:headEnd len="sm" w="sm" type="none"/>
              <a:tailEnd len="sm" w="sm" type="none"/>
            </a:ln>
          </p:spPr>
        </p:cxnSp>
      </p:grpSp>
      <p:grpSp>
        <p:nvGrpSpPr>
          <p:cNvPr id="417" name="Google Shape;417;p52"/>
          <p:cNvGrpSpPr/>
          <p:nvPr/>
        </p:nvGrpSpPr>
        <p:grpSpPr>
          <a:xfrm>
            <a:off x="228600" y="3386700"/>
            <a:ext cx="8686800" cy="543300"/>
            <a:chOff x="228600" y="1756825"/>
            <a:chExt cx="8686800" cy="543300"/>
          </a:xfrm>
        </p:grpSpPr>
        <p:sp>
          <p:nvSpPr>
            <p:cNvPr id="418" name="Google Shape;418;p52"/>
            <p:cNvSpPr txBox="1"/>
            <p:nvPr/>
          </p:nvSpPr>
          <p:spPr>
            <a:xfrm>
              <a:off x="3207900" y="1756825"/>
              <a:ext cx="2728200" cy="543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chemeClr val="dk1"/>
                  </a:solidFill>
                  <a:latin typeface="Gowun Batang"/>
                  <a:ea typeface="Gowun Batang"/>
                  <a:cs typeface="Gowun Batang"/>
                  <a:sym typeface="Gowun Batang"/>
                </a:rPr>
                <a:t>Can bond OR embarrass depending on framing (Annex H); mixed views on exercising with parents</a:t>
              </a:r>
              <a:endParaRPr b="0" i="0" sz="900" u="none" cap="none" strike="noStrike">
                <a:solidFill>
                  <a:schemeClr val="dk1"/>
                </a:solidFill>
                <a:latin typeface="Gowun Batang"/>
                <a:ea typeface="Gowun Batang"/>
                <a:cs typeface="Gowun Batang"/>
                <a:sym typeface="Gowun Batang"/>
              </a:endParaRPr>
            </a:p>
          </p:txBody>
        </p:sp>
        <p:sp>
          <p:nvSpPr>
            <p:cNvPr id="419" name="Google Shape;419;p52"/>
            <p:cNvSpPr txBox="1"/>
            <p:nvPr/>
          </p:nvSpPr>
          <p:spPr>
            <a:xfrm>
              <a:off x="228600" y="1756825"/>
              <a:ext cx="2728200" cy="543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chemeClr val="dk1"/>
                  </a:solidFill>
                  <a:latin typeface="Gowun Batang"/>
                  <a:ea typeface="Gowun Batang"/>
                  <a:cs typeface="Gowun Batang"/>
                  <a:sym typeface="Gowun Batang"/>
                </a:rPr>
                <a:t>Shared activities must be framed carefully</a:t>
              </a:r>
              <a:endParaRPr b="0" i="0" sz="900" u="none" cap="none" strike="noStrike">
                <a:solidFill>
                  <a:schemeClr val="dk1"/>
                </a:solidFill>
                <a:latin typeface="Gowun Batang"/>
                <a:ea typeface="Gowun Batang"/>
                <a:cs typeface="Gowun Batang"/>
                <a:sym typeface="Gowun Batang"/>
              </a:endParaRPr>
            </a:p>
          </p:txBody>
        </p:sp>
        <p:sp>
          <p:nvSpPr>
            <p:cNvPr id="420" name="Google Shape;420;p52"/>
            <p:cNvSpPr txBox="1"/>
            <p:nvPr/>
          </p:nvSpPr>
          <p:spPr>
            <a:xfrm>
              <a:off x="6187200" y="1756825"/>
              <a:ext cx="2728200" cy="543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chemeClr val="dk1"/>
                  </a:solidFill>
                  <a:latin typeface="Gowun Batang"/>
                  <a:ea typeface="Gowun Batang"/>
                  <a:cs typeface="Gowun Batang"/>
                  <a:sym typeface="Gowun Batang"/>
                </a:rPr>
                <a:t>"Do It Together" medium card needs extra scrutiny. Context and framing determine whether it works or backfires.</a:t>
              </a:r>
              <a:endParaRPr b="0" i="0" sz="900" u="none" cap="none" strike="noStrike">
                <a:solidFill>
                  <a:schemeClr val="dk1"/>
                </a:solidFill>
                <a:latin typeface="Gowun Batang"/>
                <a:ea typeface="Gowun Batang"/>
                <a:cs typeface="Gowun Batang"/>
                <a:sym typeface="Gowun Batang"/>
              </a:endParaRPr>
            </a:p>
          </p:txBody>
        </p:sp>
        <p:cxnSp>
          <p:nvCxnSpPr>
            <p:cNvPr id="421" name="Google Shape;421;p52"/>
            <p:cNvCxnSpPr/>
            <p:nvPr/>
          </p:nvCxnSpPr>
          <p:spPr>
            <a:xfrm>
              <a:off x="228600" y="1756825"/>
              <a:ext cx="8686800" cy="0"/>
            </a:xfrm>
            <a:prstGeom prst="straightConnector1">
              <a:avLst/>
            </a:prstGeom>
            <a:noFill/>
            <a:ln cap="flat" cmpd="sng" w="9525">
              <a:solidFill>
                <a:schemeClr val="dk1"/>
              </a:solidFill>
              <a:prstDash val="solid"/>
              <a:round/>
              <a:headEnd len="sm" w="sm" type="none"/>
              <a:tailEnd len="sm" w="sm" type="none"/>
            </a:ln>
          </p:spPr>
        </p:cxnSp>
      </p:grpSp>
      <p:grpSp>
        <p:nvGrpSpPr>
          <p:cNvPr id="422" name="Google Shape;422;p52"/>
          <p:cNvGrpSpPr/>
          <p:nvPr/>
        </p:nvGrpSpPr>
        <p:grpSpPr>
          <a:xfrm>
            <a:off x="228600" y="3929975"/>
            <a:ext cx="8686800" cy="543300"/>
            <a:chOff x="228600" y="1756825"/>
            <a:chExt cx="8686800" cy="543300"/>
          </a:xfrm>
        </p:grpSpPr>
        <p:sp>
          <p:nvSpPr>
            <p:cNvPr id="423" name="Google Shape;423;p52"/>
            <p:cNvSpPr txBox="1"/>
            <p:nvPr/>
          </p:nvSpPr>
          <p:spPr>
            <a:xfrm>
              <a:off x="3207900" y="1756825"/>
              <a:ext cx="2728200" cy="543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chemeClr val="dk1"/>
                  </a:solidFill>
                  <a:latin typeface="Gowun Batang"/>
                  <a:ea typeface="Gowun Batang"/>
                  <a:cs typeface="Gowun Batang"/>
                  <a:sym typeface="Gowun Batang"/>
                </a:rPr>
                <a:t>Screen→sleep→exercise→eating cascade documented across multiple participants (Y03, Y06, Y10)</a:t>
              </a:r>
              <a:endParaRPr b="0" i="0" sz="900" u="none" cap="none" strike="noStrike">
                <a:solidFill>
                  <a:schemeClr val="dk1"/>
                </a:solidFill>
                <a:latin typeface="Gowun Batang"/>
                <a:ea typeface="Gowun Batang"/>
                <a:cs typeface="Gowun Batang"/>
                <a:sym typeface="Gowun Batang"/>
              </a:endParaRPr>
            </a:p>
          </p:txBody>
        </p:sp>
        <p:sp>
          <p:nvSpPr>
            <p:cNvPr id="424" name="Google Shape;424;p52"/>
            <p:cNvSpPr txBox="1"/>
            <p:nvPr/>
          </p:nvSpPr>
          <p:spPr>
            <a:xfrm>
              <a:off x="228600" y="1756825"/>
              <a:ext cx="2728200" cy="543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chemeClr val="dk1"/>
                  </a:solidFill>
                  <a:latin typeface="Gowun Batang"/>
                  <a:ea typeface="Gowun Batang"/>
                  <a:cs typeface="Gowun Batang"/>
                  <a:sym typeface="Gowun Batang"/>
                </a:rPr>
                <a:t>Behaviours are interconnected. Don't isolate single Wells.</a:t>
              </a:r>
              <a:endParaRPr b="0" i="0" sz="900" u="none" cap="none" strike="noStrike">
                <a:solidFill>
                  <a:schemeClr val="dk1"/>
                </a:solidFill>
                <a:latin typeface="Gowun Batang"/>
                <a:ea typeface="Gowun Batang"/>
                <a:cs typeface="Gowun Batang"/>
                <a:sym typeface="Gowun Batang"/>
              </a:endParaRPr>
            </a:p>
          </p:txBody>
        </p:sp>
        <p:sp>
          <p:nvSpPr>
            <p:cNvPr id="425" name="Google Shape;425;p52"/>
            <p:cNvSpPr txBox="1"/>
            <p:nvPr/>
          </p:nvSpPr>
          <p:spPr>
            <a:xfrm>
              <a:off x="6187200" y="1756825"/>
              <a:ext cx="2728200" cy="543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chemeClr val="dk1"/>
                  </a:solidFill>
                  <a:latin typeface="Gowun Batang"/>
                  <a:ea typeface="Gowun Batang"/>
                  <a:cs typeface="Gowun Batang"/>
                  <a:sym typeface="Gowun Batang"/>
                </a:rPr>
                <a:t>Single-Well solutions miss leverage points. Prioritise concepts that address cascade triggers.</a:t>
              </a:r>
              <a:endParaRPr b="0" i="0" sz="900" u="none" cap="none" strike="noStrike">
                <a:solidFill>
                  <a:schemeClr val="dk1"/>
                </a:solidFill>
                <a:latin typeface="Gowun Batang"/>
                <a:ea typeface="Gowun Batang"/>
                <a:cs typeface="Gowun Batang"/>
                <a:sym typeface="Gowun Batang"/>
              </a:endParaRPr>
            </a:p>
          </p:txBody>
        </p:sp>
        <p:cxnSp>
          <p:nvCxnSpPr>
            <p:cNvPr id="426" name="Google Shape;426;p52"/>
            <p:cNvCxnSpPr/>
            <p:nvPr/>
          </p:nvCxnSpPr>
          <p:spPr>
            <a:xfrm>
              <a:off x="228600" y="1756825"/>
              <a:ext cx="8686800" cy="0"/>
            </a:xfrm>
            <a:prstGeom prst="straightConnector1">
              <a:avLst/>
            </a:prstGeom>
            <a:noFill/>
            <a:ln cap="flat" cmpd="sng" w="9525">
              <a:solidFill>
                <a:schemeClr val="dk1"/>
              </a:solidFill>
              <a:prstDash val="solid"/>
              <a:round/>
              <a:headEnd len="sm" w="sm" type="none"/>
              <a:tailEnd len="sm" w="sm" type="none"/>
            </a:ln>
          </p:spPr>
        </p:cxnSp>
      </p:grpSp>
      <p:sp>
        <p:nvSpPr>
          <p:cNvPr id="427" name="Google Shape;427;p52"/>
          <p:cNvSpPr txBox="1"/>
          <p:nvPr>
            <p:ph idx="4294967295" type="body"/>
          </p:nvPr>
        </p:nvSpPr>
        <p:spPr>
          <a:xfrm>
            <a:off x="228600" y="4679000"/>
            <a:ext cx="4343400" cy="3243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900"/>
              <a:buNone/>
            </a:pPr>
            <a:r>
              <a:rPr lang="en"/>
              <a:t>Aleph Labs ©</a:t>
            </a:r>
            <a:endParaRPr/>
          </a:p>
        </p:txBody>
      </p:sp>
      <p:sp>
        <p:nvSpPr>
          <p:cNvPr id="428" name="Google Shape;428;p52"/>
          <p:cNvSpPr txBox="1"/>
          <p:nvPr>
            <p:ph idx="4294967295" type="body"/>
          </p:nvPr>
        </p:nvSpPr>
        <p:spPr>
          <a:xfrm>
            <a:off x="243000" y="1000650"/>
            <a:ext cx="8672400" cy="324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SzPts val="900"/>
              <a:buNone/>
            </a:pPr>
            <a:r>
              <a:rPr lang="en" sz="1200"/>
              <a:t>These emerged from fieldwork and must be applied to protect concept viability.</a:t>
            </a:r>
            <a:endParaRPr sz="1200"/>
          </a:p>
          <a:p>
            <a:pPr indent="0" lvl="0" marL="0" rtl="0" algn="l">
              <a:lnSpc>
                <a:spcPct val="100000"/>
              </a:lnSpc>
              <a:spcBef>
                <a:spcPts val="1200"/>
              </a:spcBef>
              <a:spcAft>
                <a:spcPts val="0"/>
              </a:spcAft>
              <a:buSzPts val="900"/>
              <a:buNone/>
            </a:pPr>
            <a:r>
              <a:t/>
            </a:r>
            <a:endParaRPr sz="12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2" name="Shape 432"/>
        <p:cNvGrpSpPr/>
        <p:nvPr/>
      </p:nvGrpSpPr>
      <p:grpSpPr>
        <a:xfrm>
          <a:off x="0" y="0"/>
          <a:ext cx="0" cy="0"/>
          <a:chOff x="0" y="0"/>
          <a:chExt cx="0" cy="0"/>
        </a:xfrm>
      </p:grpSpPr>
      <p:sp>
        <p:nvSpPr>
          <p:cNvPr id="433" name="Google Shape;433;p53"/>
          <p:cNvSpPr txBox="1"/>
          <p:nvPr>
            <p:ph idx="12" type="sldNum"/>
          </p:nvPr>
        </p:nvSpPr>
        <p:spPr>
          <a:xfrm>
            <a:off x="7426775" y="4679000"/>
            <a:ext cx="1502400" cy="3243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SzPts val="900"/>
              <a:buNone/>
            </a:pPr>
            <a:fld id="{00000000-1234-1234-1234-123412341234}" type="slidenum">
              <a:rPr lang="en"/>
              <a:t>‹#›</a:t>
            </a:fld>
            <a:endParaRPr/>
          </a:p>
        </p:txBody>
      </p:sp>
      <p:sp>
        <p:nvSpPr>
          <p:cNvPr id="434" name="Google Shape;434;p53"/>
          <p:cNvSpPr txBox="1"/>
          <p:nvPr>
            <p:ph type="title"/>
          </p:nvPr>
        </p:nvSpPr>
        <p:spPr>
          <a:xfrm>
            <a:off x="229450" y="164350"/>
            <a:ext cx="8686800" cy="11085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600"/>
              <a:buNone/>
            </a:pPr>
            <a:r>
              <a:rPr lang="en" sz="2400"/>
              <a:t>TIER 3: Converted OAs (from Define Workshop dot-voting. Too low to be standalone, too important to ignore.)</a:t>
            </a:r>
            <a:endParaRPr sz="2400"/>
          </a:p>
        </p:txBody>
      </p:sp>
      <p:sp>
        <p:nvSpPr>
          <p:cNvPr id="435" name="Google Shape;435;p53"/>
          <p:cNvSpPr txBox="1"/>
          <p:nvPr>
            <p:ph idx="2" type="subTitle"/>
          </p:nvPr>
        </p:nvSpPr>
        <p:spPr>
          <a:xfrm>
            <a:off x="228600" y="1567350"/>
            <a:ext cx="2728200" cy="3243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900"/>
              <a:buNone/>
            </a:pPr>
            <a:r>
              <a:rPr lang="en"/>
              <a:t>Constraint</a:t>
            </a:r>
            <a:endParaRPr/>
          </a:p>
        </p:txBody>
      </p:sp>
      <p:sp>
        <p:nvSpPr>
          <p:cNvPr id="436" name="Google Shape;436;p53"/>
          <p:cNvSpPr txBox="1"/>
          <p:nvPr>
            <p:ph idx="3" type="subTitle"/>
          </p:nvPr>
        </p:nvSpPr>
        <p:spPr>
          <a:xfrm>
            <a:off x="3207900" y="1567350"/>
            <a:ext cx="2728200" cy="3243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900"/>
              <a:buNone/>
            </a:pPr>
            <a:r>
              <a:rPr lang="en"/>
              <a:t>Source</a:t>
            </a:r>
            <a:endParaRPr/>
          </a:p>
        </p:txBody>
      </p:sp>
      <p:sp>
        <p:nvSpPr>
          <p:cNvPr id="437" name="Google Shape;437;p53"/>
          <p:cNvSpPr txBox="1"/>
          <p:nvPr>
            <p:ph idx="4" type="subTitle"/>
          </p:nvPr>
        </p:nvSpPr>
        <p:spPr>
          <a:xfrm>
            <a:off x="6187200" y="1567350"/>
            <a:ext cx="2728200" cy="3243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900"/>
              <a:buNone/>
            </a:pPr>
            <a:r>
              <a:rPr lang="en"/>
              <a:t>Implication for co-creation</a:t>
            </a:r>
            <a:endParaRPr/>
          </a:p>
        </p:txBody>
      </p:sp>
      <p:grpSp>
        <p:nvGrpSpPr>
          <p:cNvPr id="438" name="Google Shape;438;p53"/>
          <p:cNvGrpSpPr/>
          <p:nvPr/>
        </p:nvGrpSpPr>
        <p:grpSpPr>
          <a:xfrm>
            <a:off x="228600" y="1891675"/>
            <a:ext cx="8686800" cy="1336800"/>
            <a:chOff x="228600" y="1756825"/>
            <a:chExt cx="8686800" cy="1336800"/>
          </a:xfrm>
        </p:grpSpPr>
        <p:sp>
          <p:nvSpPr>
            <p:cNvPr id="439" name="Google Shape;439;p53"/>
            <p:cNvSpPr txBox="1"/>
            <p:nvPr/>
          </p:nvSpPr>
          <p:spPr>
            <a:xfrm>
              <a:off x="3207900" y="1756825"/>
              <a:ext cx="2728200" cy="1336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chemeClr val="dk1"/>
                  </a:solidFill>
                  <a:latin typeface="Gowun Batang"/>
                  <a:ea typeface="Gowun Batang"/>
                  <a:cs typeface="Gowun Batang"/>
                  <a:sym typeface="Gowun Batang"/>
                </a:rPr>
                <a:t>Existing: </a:t>
              </a:r>
              <a:r>
                <a:rPr b="0" i="0" lang="en" sz="900" u="none" cap="none" strike="noStrike">
                  <a:solidFill>
                    <a:schemeClr val="dk1"/>
                  </a:solidFill>
                  <a:latin typeface="Gowun Batang"/>
                  <a:ea typeface="Gowun Batang"/>
                  <a:cs typeface="Gowun Batang"/>
                  <a:sym typeface="Gowun Batang"/>
                </a:rPr>
                <a:t>Triangulated Insights (Possible Tension 5); Annex G (lower-income parents less informed on oral health); Annex D (lower-income youth prioritise financial independence over health).</a:t>
              </a:r>
              <a:br>
                <a:rPr b="0" i="0" lang="en" sz="900" u="none" cap="none" strike="noStrike">
                  <a:solidFill>
                    <a:schemeClr val="dk1"/>
                  </a:solidFill>
                  <a:latin typeface="Gowun Batang"/>
                  <a:ea typeface="Gowun Batang"/>
                  <a:cs typeface="Gowun Batang"/>
                  <a:sym typeface="Gowun Batang"/>
                </a:rPr>
              </a:br>
              <a:r>
                <a:rPr b="1" i="0" lang="en" sz="900" u="none" cap="none" strike="noStrike">
                  <a:solidFill>
                    <a:schemeClr val="dk1"/>
                  </a:solidFill>
                  <a:latin typeface="Gowun Batang"/>
                  <a:ea typeface="Gowun Batang"/>
                  <a:cs typeface="Gowun Batang"/>
                  <a:sym typeface="Gowun Batang"/>
                </a:rPr>
                <a:t>Primary research:</a:t>
              </a:r>
              <a:r>
                <a:rPr b="0" i="0" lang="en" sz="900" u="none" cap="none" strike="noStrike">
                  <a:solidFill>
                    <a:schemeClr val="dk1"/>
                  </a:solidFill>
                  <a:latin typeface="Gowun Batang"/>
                  <a:ea typeface="Gowun Batang"/>
                  <a:cs typeface="Gowun Batang"/>
                  <a:sym typeface="Gowun Batang"/>
                </a:rPr>
                <a:t> Lower-income youth expressed stronger urgency around financial security over health; parents in this segment had fewer strategies available and less time for health-related activities.</a:t>
              </a:r>
              <a:endParaRPr b="0" i="0" sz="900" u="none" cap="none" strike="noStrike">
                <a:solidFill>
                  <a:schemeClr val="dk1"/>
                </a:solidFill>
                <a:latin typeface="Gowun Batang"/>
                <a:ea typeface="Gowun Batang"/>
                <a:cs typeface="Gowun Batang"/>
                <a:sym typeface="Gowun Batang"/>
              </a:endParaRPr>
            </a:p>
          </p:txBody>
        </p:sp>
        <p:sp>
          <p:nvSpPr>
            <p:cNvPr id="440" name="Google Shape;440;p53"/>
            <p:cNvSpPr txBox="1"/>
            <p:nvPr/>
          </p:nvSpPr>
          <p:spPr>
            <a:xfrm>
              <a:off x="228600" y="1756825"/>
              <a:ext cx="2728200" cy="543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chemeClr val="dk1"/>
                  </a:solidFill>
                  <a:latin typeface="Gowun Batang"/>
                  <a:ea typeface="Gowun Batang"/>
                  <a:cs typeface="Gowun Batang"/>
                  <a:sym typeface="Gowun Batang"/>
                </a:rPr>
                <a:t>Lower-Income Family Constraints (4pts)</a:t>
              </a:r>
              <a:endParaRPr b="0" i="0" sz="900" u="none" cap="none" strike="noStrike">
                <a:solidFill>
                  <a:schemeClr val="dk1"/>
                </a:solidFill>
                <a:latin typeface="Gowun Batang"/>
                <a:ea typeface="Gowun Batang"/>
                <a:cs typeface="Gowun Batang"/>
                <a:sym typeface="Gowun Batang"/>
              </a:endParaRPr>
            </a:p>
          </p:txBody>
        </p:sp>
        <p:sp>
          <p:nvSpPr>
            <p:cNvPr id="441" name="Google Shape;441;p53"/>
            <p:cNvSpPr txBox="1"/>
            <p:nvPr/>
          </p:nvSpPr>
          <p:spPr>
            <a:xfrm>
              <a:off x="6187200" y="1756825"/>
              <a:ext cx="2728200" cy="543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chemeClr val="dk1"/>
                  </a:solidFill>
                  <a:latin typeface="Gowun Batang"/>
                  <a:ea typeface="Gowun Batang"/>
                  <a:cs typeface="Gowun Batang"/>
                  <a:sym typeface="Gowun Batang"/>
                </a:rPr>
                <a:t>All concepts must be free/low-cost, time-efficient, geographically accessible. Avoid interventions requiring purchased equipment or stay-at-home parents.</a:t>
              </a:r>
              <a:endParaRPr b="0" i="0" sz="900" u="none" cap="none" strike="noStrike">
                <a:solidFill>
                  <a:schemeClr val="dk1"/>
                </a:solidFill>
                <a:latin typeface="Gowun Batang"/>
                <a:ea typeface="Gowun Batang"/>
                <a:cs typeface="Gowun Batang"/>
                <a:sym typeface="Gowun Batang"/>
              </a:endParaRPr>
            </a:p>
          </p:txBody>
        </p:sp>
        <p:cxnSp>
          <p:nvCxnSpPr>
            <p:cNvPr id="442" name="Google Shape;442;p53"/>
            <p:cNvCxnSpPr/>
            <p:nvPr/>
          </p:nvCxnSpPr>
          <p:spPr>
            <a:xfrm>
              <a:off x="228600" y="1756825"/>
              <a:ext cx="8686800" cy="0"/>
            </a:xfrm>
            <a:prstGeom prst="straightConnector1">
              <a:avLst/>
            </a:prstGeom>
            <a:noFill/>
            <a:ln cap="flat" cmpd="sng" w="9525">
              <a:solidFill>
                <a:schemeClr val="dk1"/>
              </a:solidFill>
              <a:prstDash val="solid"/>
              <a:round/>
              <a:headEnd len="sm" w="sm" type="none"/>
              <a:tailEnd len="sm" w="sm" type="none"/>
            </a:ln>
          </p:spPr>
        </p:cxnSp>
      </p:grpSp>
      <p:grpSp>
        <p:nvGrpSpPr>
          <p:cNvPr id="443" name="Google Shape;443;p53"/>
          <p:cNvGrpSpPr/>
          <p:nvPr/>
        </p:nvGrpSpPr>
        <p:grpSpPr>
          <a:xfrm>
            <a:off x="228600" y="3294400"/>
            <a:ext cx="8686800" cy="1336800"/>
            <a:chOff x="228600" y="1756825"/>
            <a:chExt cx="8686800" cy="1336800"/>
          </a:xfrm>
        </p:grpSpPr>
        <p:sp>
          <p:nvSpPr>
            <p:cNvPr id="444" name="Google Shape;444;p53"/>
            <p:cNvSpPr txBox="1"/>
            <p:nvPr/>
          </p:nvSpPr>
          <p:spPr>
            <a:xfrm>
              <a:off x="3207900" y="1756825"/>
              <a:ext cx="2728200" cy="1336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chemeClr val="dk1"/>
                  </a:solidFill>
                  <a:latin typeface="Gowun Batang"/>
                  <a:ea typeface="Gowun Batang"/>
                  <a:cs typeface="Gowun Batang"/>
                  <a:sym typeface="Gowun Batang"/>
                </a:rPr>
                <a:t>Existing:</a:t>
              </a:r>
              <a:r>
                <a:rPr b="0" i="0" lang="en" sz="900" u="none" cap="none" strike="noStrike">
                  <a:solidFill>
                    <a:schemeClr val="dk1"/>
                  </a:solidFill>
                  <a:latin typeface="Gowun Batang"/>
                  <a:ea typeface="Gowun Batang"/>
                  <a:cs typeface="Gowun Batang"/>
                  <a:sym typeface="Gowun Batang"/>
                </a:rPr>
                <a:t> Triangulated Insights (Possible Tension 3); Annex G (parents offload PA to schools); Annex H (key behaviours happen at home, after hours).</a:t>
              </a:r>
              <a:endParaRPr b="0" i="0" sz="900" u="none" cap="none" strike="noStrike">
                <a:solidFill>
                  <a:schemeClr val="dk1"/>
                </a:solidFill>
                <a:latin typeface="Gowun Batang"/>
                <a:ea typeface="Gowun Batang"/>
                <a:cs typeface="Gowun Batang"/>
                <a:sym typeface="Gowun Batang"/>
              </a:endParaRPr>
            </a:p>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chemeClr val="dk1"/>
                  </a:solidFill>
                  <a:latin typeface="Gowun Batang"/>
                  <a:ea typeface="Gowun Batang"/>
                  <a:cs typeface="Gowun Batang"/>
                  <a:sym typeface="Gowun Batang"/>
                </a:rPr>
                <a:t>Primary research:</a:t>
              </a:r>
              <a:r>
                <a:rPr b="0" i="0" lang="en" sz="900" u="none" cap="none" strike="noStrike">
                  <a:solidFill>
                    <a:schemeClr val="dk1"/>
                  </a:solidFill>
                  <a:latin typeface="Gowun Batang"/>
                  <a:ea typeface="Gowun Batang"/>
                  <a:cs typeface="Gowun Batang"/>
                  <a:sym typeface="Gowun Batang"/>
                </a:rPr>
                <a:t>  Youth confirmed that healthy behaviours are not reinforced across contexts; what school encourages, home doesn't sustain, and vice versa. Parents assumed schools covered more than they do.</a:t>
              </a:r>
              <a:endParaRPr b="0" i="0" sz="900" u="none" cap="none" strike="noStrike">
                <a:solidFill>
                  <a:schemeClr val="dk1"/>
                </a:solidFill>
                <a:latin typeface="Gowun Batang"/>
                <a:ea typeface="Gowun Batang"/>
                <a:cs typeface="Gowun Batang"/>
                <a:sym typeface="Gowun Batang"/>
              </a:endParaRPr>
            </a:p>
          </p:txBody>
        </p:sp>
        <p:sp>
          <p:nvSpPr>
            <p:cNvPr id="445" name="Google Shape;445;p53"/>
            <p:cNvSpPr txBox="1"/>
            <p:nvPr/>
          </p:nvSpPr>
          <p:spPr>
            <a:xfrm>
              <a:off x="228600" y="1756825"/>
              <a:ext cx="2728200" cy="543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chemeClr val="dk1"/>
                  </a:solidFill>
                  <a:latin typeface="Gowun Batang"/>
                  <a:ea typeface="Gowun Batang"/>
                  <a:cs typeface="Gowun Batang"/>
                  <a:sym typeface="Gowun Batang"/>
                </a:rPr>
                <a:t>School-Home Responsibility Diffusion (4pts)</a:t>
              </a:r>
              <a:endParaRPr b="0" i="0" sz="900" u="none" cap="none" strike="noStrike">
                <a:solidFill>
                  <a:schemeClr val="dk1"/>
                </a:solidFill>
                <a:latin typeface="Gowun Batang"/>
                <a:ea typeface="Gowun Batang"/>
                <a:cs typeface="Gowun Batang"/>
                <a:sym typeface="Gowun Batang"/>
              </a:endParaRPr>
            </a:p>
          </p:txBody>
        </p:sp>
        <p:sp>
          <p:nvSpPr>
            <p:cNvPr id="446" name="Google Shape;446;p53"/>
            <p:cNvSpPr txBox="1"/>
            <p:nvPr/>
          </p:nvSpPr>
          <p:spPr>
            <a:xfrm>
              <a:off x="6187200" y="1756825"/>
              <a:ext cx="2728200" cy="543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chemeClr val="dk1"/>
                  </a:solidFill>
                  <a:latin typeface="Gowun Batang"/>
                  <a:ea typeface="Gowun Batang"/>
                  <a:cs typeface="Gowun Batang"/>
                  <a:sym typeface="Gowun Batang"/>
                </a:rPr>
                <a:t>Concepts must clarify who owns what. Avoid designs that assume school or home will handle it without explicit accountability.</a:t>
              </a:r>
              <a:endParaRPr b="0" i="0" sz="900" u="none" cap="none" strike="noStrike">
                <a:solidFill>
                  <a:schemeClr val="dk1"/>
                </a:solidFill>
                <a:latin typeface="Gowun Batang"/>
                <a:ea typeface="Gowun Batang"/>
                <a:cs typeface="Gowun Batang"/>
                <a:sym typeface="Gowun Batang"/>
              </a:endParaRPr>
            </a:p>
          </p:txBody>
        </p:sp>
        <p:cxnSp>
          <p:nvCxnSpPr>
            <p:cNvPr id="447" name="Google Shape;447;p53"/>
            <p:cNvCxnSpPr/>
            <p:nvPr/>
          </p:nvCxnSpPr>
          <p:spPr>
            <a:xfrm>
              <a:off x="228600" y="1756825"/>
              <a:ext cx="8686800" cy="0"/>
            </a:xfrm>
            <a:prstGeom prst="straightConnector1">
              <a:avLst/>
            </a:prstGeom>
            <a:noFill/>
            <a:ln cap="flat" cmpd="sng" w="9525">
              <a:solidFill>
                <a:schemeClr val="dk1"/>
              </a:solidFill>
              <a:prstDash val="solid"/>
              <a:round/>
              <a:headEnd len="sm" w="sm" type="none"/>
              <a:tailEnd len="sm" w="sm" type="none"/>
            </a:ln>
          </p:spPr>
        </p:cxnSp>
      </p:grpSp>
      <p:sp>
        <p:nvSpPr>
          <p:cNvPr id="448" name="Google Shape;448;p53"/>
          <p:cNvSpPr txBox="1"/>
          <p:nvPr>
            <p:ph idx="4294967295" type="body"/>
          </p:nvPr>
        </p:nvSpPr>
        <p:spPr>
          <a:xfrm>
            <a:off x="228600" y="4679000"/>
            <a:ext cx="4343400" cy="3243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900"/>
              <a:buNone/>
            </a:pPr>
            <a:r>
              <a:rPr lang="en"/>
              <a:t>Aleph Labs ©</a:t>
            </a:r>
            <a:endParaRPr/>
          </a:p>
        </p:txBody>
      </p:sp>
      <p:sp>
        <p:nvSpPr>
          <p:cNvPr id="449" name="Google Shape;449;p53"/>
          <p:cNvSpPr txBox="1"/>
          <p:nvPr>
            <p:ph idx="4294967295" type="body"/>
          </p:nvPr>
        </p:nvSpPr>
        <p:spPr>
          <a:xfrm>
            <a:off x="243000" y="1000650"/>
            <a:ext cx="8672400" cy="4491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1200"/>
              </a:spcAft>
              <a:buSzPts val="900"/>
              <a:buNone/>
            </a:pPr>
            <a:r>
              <a:rPr lang="en"/>
              <a:t>These emerged from both HPB's existing evidence base and our primary research with youth and parents. At the Define Workshop, they scored below the threshold to become standalone opportunity areas but were retained as cross-cutting design constraints applied across all 5 OAs</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3" name="Shape 453"/>
        <p:cNvGrpSpPr/>
        <p:nvPr/>
      </p:nvGrpSpPr>
      <p:grpSpPr>
        <a:xfrm>
          <a:off x="0" y="0"/>
          <a:ext cx="0" cy="0"/>
          <a:chOff x="0" y="0"/>
          <a:chExt cx="0" cy="0"/>
        </a:xfrm>
      </p:grpSpPr>
      <p:sp>
        <p:nvSpPr>
          <p:cNvPr id="454" name="Google Shape;454;p54"/>
          <p:cNvSpPr txBox="1"/>
          <p:nvPr>
            <p:ph idx="12" type="sldNum"/>
          </p:nvPr>
        </p:nvSpPr>
        <p:spPr>
          <a:xfrm>
            <a:off x="7426775" y="4679000"/>
            <a:ext cx="1502400" cy="3243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SzPts val="900"/>
              <a:buNone/>
            </a:pPr>
            <a:fld id="{00000000-1234-1234-1234-123412341234}" type="slidenum">
              <a:rPr lang="en"/>
              <a:t>‹#›</a:t>
            </a:fld>
            <a:endParaRPr/>
          </a:p>
        </p:txBody>
      </p:sp>
      <p:sp>
        <p:nvSpPr>
          <p:cNvPr id="455" name="Google Shape;455;p54"/>
          <p:cNvSpPr txBox="1"/>
          <p:nvPr>
            <p:ph type="title"/>
          </p:nvPr>
        </p:nvSpPr>
        <p:spPr>
          <a:xfrm>
            <a:off x="229450" y="164350"/>
            <a:ext cx="8686800" cy="11085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600"/>
              <a:buNone/>
            </a:pPr>
            <a:r>
              <a:rPr lang="en" sz="2400"/>
              <a:t>Continuation from previous Tier 3 slide</a:t>
            </a:r>
            <a:endParaRPr sz="2400"/>
          </a:p>
        </p:txBody>
      </p:sp>
      <p:sp>
        <p:nvSpPr>
          <p:cNvPr id="456" name="Google Shape;456;p54"/>
          <p:cNvSpPr txBox="1"/>
          <p:nvPr>
            <p:ph idx="2" type="subTitle"/>
          </p:nvPr>
        </p:nvSpPr>
        <p:spPr>
          <a:xfrm>
            <a:off x="228600" y="1272850"/>
            <a:ext cx="2728200" cy="3243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900"/>
              <a:buNone/>
            </a:pPr>
            <a:r>
              <a:rPr lang="en"/>
              <a:t>Constraint</a:t>
            </a:r>
            <a:endParaRPr/>
          </a:p>
        </p:txBody>
      </p:sp>
      <p:sp>
        <p:nvSpPr>
          <p:cNvPr id="457" name="Google Shape;457;p54"/>
          <p:cNvSpPr txBox="1"/>
          <p:nvPr>
            <p:ph idx="3" type="subTitle"/>
          </p:nvPr>
        </p:nvSpPr>
        <p:spPr>
          <a:xfrm>
            <a:off x="3207900" y="1272850"/>
            <a:ext cx="2728200" cy="3243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900"/>
              <a:buNone/>
            </a:pPr>
            <a:r>
              <a:rPr lang="en"/>
              <a:t>Source</a:t>
            </a:r>
            <a:endParaRPr/>
          </a:p>
        </p:txBody>
      </p:sp>
      <p:sp>
        <p:nvSpPr>
          <p:cNvPr id="458" name="Google Shape;458;p54"/>
          <p:cNvSpPr txBox="1"/>
          <p:nvPr>
            <p:ph idx="4" type="subTitle"/>
          </p:nvPr>
        </p:nvSpPr>
        <p:spPr>
          <a:xfrm>
            <a:off x="6187200" y="1272850"/>
            <a:ext cx="2728200" cy="3243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900"/>
              <a:buNone/>
            </a:pPr>
            <a:r>
              <a:rPr lang="en"/>
              <a:t>Implication for co-creation</a:t>
            </a:r>
            <a:endParaRPr/>
          </a:p>
        </p:txBody>
      </p:sp>
      <p:grpSp>
        <p:nvGrpSpPr>
          <p:cNvPr id="459" name="Google Shape;459;p54"/>
          <p:cNvGrpSpPr/>
          <p:nvPr/>
        </p:nvGrpSpPr>
        <p:grpSpPr>
          <a:xfrm>
            <a:off x="228600" y="1597175"/>
            <a:ext cx="8686800" cy="1471200"/>
            <a:chOff x="228600" y="1756825"/>
            <a:chExt cx="8686800" cy="1471200"/>
          </a:xfrm>
        </p:grpSpPr>
        <p:sp>
          <p:nvSpPr>
            <p:cNvPr id="460" name="Google Shape;460;p54"/>
            <p:cNvSpPr txBox="1"/>
            <p:nvPr/>
          </p:nvSpPr>
          <p:spPr>
            <a:xfrm>
              <a:off x="3207900" y="1756825"/>
              <a:ext cx="2728200" cy="1471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chemeClr val="dk1"/>
                  </a:solidFill>
                  <a:latin typeface="Gowun Batang"/>
                  <a:ea typeface="Gowun Batang"/>
                  <a:cs typeface="Gowun Batang"/>
                  <a:sym typeface="Gowun Batang"/>
                </a:rPr>
                <a:t>Existing:</a:t>
              </a:r>
              <a:r>
                <a:rPr b="0" i="0" lang="en" sz="900" u="none" cap="none" strike="noStrike">
                  <a:solidFill>
                    <a:schemeClr val="dk1"/>
                  </a:solidFill>
                  <a:latin typeface="Gowun Batang"/>
                  <a:ea typeface="Gowun Batang"/>
                  <a:cs typeface="Gowun Batang"/>
                  <a:sym typeface="Gowun Batang"/>
                </a:rPr>
                <a:t> Triangulated Insights (caries risk increase age 12–15); Annex G (lower-income oral health gap).</a:t>
              </a:r>
              <a:endParaRPr b="0" i="0" sz="900" u="none" cap="none" strike="noStrike">
                <a:solidFill>
                  <a:schemeClr val="dk1"/>
                </a:solidFill>
                <a:latin typeface="Gowun Batang"/>
                <a:ea typeface="Gowun Batang"/>
                <a:cs typeface="Gowun Batang"/>
                <a:sym typeface="Gowun Batang"/>
              </a:endParaRPr>
            </a:p>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chemeClr val="dk1"/>
                  </a:solidFill>
                  <a:latin typeface="Gowun Batang"/>
                  <a:ea typeface="Gowun Batang"/>
                  <a:cs typeface="Gowun Batang"/>
                  <a:sym typeface="Gowun Batang"/>
                </a:rPr>
                <a:t>Primary research:</a:t>
              </a:r>
              <a:r>
                <a:rPr b="0" i="0" lang="en" sz="900" u="none" cap="none" strike="noStrike">
                  <a:solidFill>
                    <a:schemeClr val="dk1"/>
                  </a:solidFill>
                  <a:latin typeface="Gowun Batang"/>
                  <a:ea typeface="Gowun Batang"/>
                  <a:cs typeface="Gowun Batang"/>
                  <a:sym typeface="Gowun Batang"/>
                </a:rPr>
                <a:t> Youth rarely mentioned oral health unprompted. It was the most cognitively excluded Well. Forbes Phase 3 IDIs confirmed parent resistance to dental CTAs (fear of dentists, reluctance to give up snacks). Parents credited their own dental problems as motivation for youth.</a:t>
              </a:r>
              <a:endParaRPr b="0" i="0" sz="900" u="none" cap="none" strike="noStrike">
                <a:solidFill>
                  <a:schemeClr val="dk1"/>
                </a:solidFill>
                <a:latin typeface="Gowun Batang"/>
                <a:ea typeface="Gowun Batang"/>
                <a:cs typeface="Gowun Batang"/>
                <a:sym typeface="Gowun Batang"/>
              </a:endParaRPr>
            </a:p>
          </p:txBody>
        </p:sp>
        <p:sp>
          <p:nvSpPr>
            <p:cNvPr id="461" name="Google Shape;461;p54"/>
            <p:cNvSpPr txBox="1"/>
            <p:nvPr/>
          </p:nvSpPr>
          <p:spPr>
            <a:xfrm>
              <a:off x="228600" y="1756825"/>
              <a:ext cx="2728200" cy="1471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chemeClr val="dk1"/>
                  </a:solidFill>
                  <a:latin typeface="Gowun Batang"/>
                  <a:ea typeface="Gowun Batang"/>
                  <a:cs typeface="Gowun Batang"/>
                  <a:sym typeface="Gowun Batang"/>
                </a:rPr>
                <a:t>Oral Health Decline Window (6pts)</a:t>
              </a:r>
              <a:endParaRPr b="0" i="0" sz="900" u="none" cap="none" strike="noStrike">
                <a:solidFill>
                  <a:schemeClr val="dk1"/>
                </a:solidFill>
                <a:latin typeface="Gowun Batang"/>
                <a:ea typeface="Gowun Batang"/>
                <a:cs typeface="Gowun Batang"/>
                <a:sym typeface="Gowun Batang"/>
              </a:endParaRPr>
            </a:p>
          </p:txBody>
        </p:sp>
        <p:sp>
          <p:nvSpPr>
            <p:cNvPr id="462" name="Google Shape;462;p54"/>
            <p:cNvSpPr txBox="1"/>
            <p:nvPr/>
          </p:nvSpPr>
          <p:spPr>
            <a:xfrm>
              <a:off x="6187200" y="1756825"/>
              <a:ext cx="2728200" cy="1471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chemeClr val="dk1"/>
                  </a:solidFill>
                  <a:latin typeface="Gowun Batang"/>
                  <a:ea typeface="Gowun Batang"/>
                  <a:cs typeface="Gowun Batang"/>
                  <a:sym typeface="Gowun Batang"/>
                </a:rPr>
                <a:t>Bundle oral health into eating-related concepts. Frame sugary drinks/snacking through dental consequences (visible, appearance-linked, immediate).</a:t>
              </a:r>
              <a:endParaRPr b="0" i="0" sz="900" u="none" cap="none" strike="noStrike">
                <a:solidFill>
                  <a:schemeClr val="dk1"/>
                </a:solidFill>
                <a:latin typeface="Gowun Batang"/>
                <a:ea typeface="Gowun Batang"/>
                <a:cs typeface="Gowun Batang"/>
                <a:sym typeface="Gowun Batang"/>
              </a:endParaRPr>
            </a:p>
          </p:txBody>
        </p:sp>
        <p:cxnSp>
          <p:nvCxnSpPr>
            <p:cNvPr id="463" name="Google Shape;463;p54"/>
            <p:cNvCxnSpPr/>
            <p:nvPr/>
          </p:nvCxnSpPr>
          <p:spPr>
            <a:xfrm>
              <a:off x="228600" y="1756825"/>
              <a:ext cx="8686800" cy="0"/>
            </a:xfrm>
            <a:prstGeom prst="straightConnector1">
              <a:avLst/>
            </a:prstGeom>
            <a:noFill/>
            <a:ln cap="flat" cmpd="sng" w="9525">
              <a:solidFill>
                <a:schemeClr val="dk1"/>
              </a:solidFill>
              <a:prstDash val="solid"/>
              <a:round/>
              <a:headEnd len="sm" w="sm" type="none"/>
              <a:tailEnd len="sm" w="sm" type="none"/>
            </a:ln>
          </p:spPr>
        </p:cxnSp>
      </p:grpSp>
      <p:grpSp>
        <p:nvGrpSpPr>
          <p:cNvPr id="464" name="Google Shape;464;p54"/>
          <p:cNvGrpSpPr/>
          <p:nvPr/>
        </p:nvGrpSpPr>
        <p:grpSpPr>
          <a:xfrm>
            <a:off x="228600" y="3240850"/>
            <a:ext cx="8686800" cy="1292400"/>
            <a:chOff x="228600" y="1756825"/>
            <a:chExt cx="8686800" cy="1292400"/>
          </a:xfrm>
        </p:grpSpPr>
        <p:sp>
          <p:nvSpPr>
            <p:cNvPr id="465" name="Google Shape;465;p54"/>
            <p:cNvSpPr txBox="1"/>
            <p:nvPr/>
          </p:nvSpPr>
          <p:spPr>
            <a:xfrm>
              <a:off x="3207900" y="1756825"/>
              <a:ext cx="2728200" cy="1292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chemeClr val="dk1"/>
                  </a:solidFill>
                  <a:latin typeface="Gowun Batang"/>
                  <a:ea typeface="Gowun Batang"/>
                  <a:cs typeface="Gowun Batang"/>
                  <a:sym typeface="Gowun Batang"/>
                </a:rPr>
                <a:t>Existing:</a:t>
              </a:r>
              <a:r>
                <a:rPr b="0" i="0" lang="en" sz="900" u="none" cap="none" strike="noStrike">
                  <a:solidFill>
                    <a:schemeClr val="dk1"/>
                  </a:solidFill>
                  <a:latin typeface="Gowun Batang"/>
                  <a:ea typeface="Gowun Batang"/>
                  <a:cs typeface="Gowun Batang"/>
                  <a:sym typeface="Gowun Batang"/>
                </a:rPr>
                <a:t> Annex H (mixed views on exercising with parents-motivating vs. embarrassing).</a:t>
              </a:r>
              <a:endParaRPr b="0" i="0" sz="900" u="none" cap="none" strike="noStrike">
                <a:solidFill>
                  <a:schemeClr val="dk1"/>
                </a:solidFill>
                <a:latin typeface="Gowun Batang"/>
                <a:ea typeface="Gowun Batang"/>
                <a:cs typeface="Gowun Batang"/>
                <a:sym typeface="Gowun Batang"/>
              </a:endParaRPr>
            </a:p>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chemeClr val="dk1"/>
                  </a:solidFill>
                  <a:latin typeface="Gowun Batang"/>
                  <a:ea typeface="Gowun Batang"/>
                  <a:cs typeface="Gowun Batang"/>
                  <a:sym typeface="Gowun Batang"/>
                </a:rPr>
                <a:t>Primary research:</a:t>
              </a:r>
              <a:r>
                <a:rPr b="0" i="0" lang="en" sz="900" u="none" cap="none" strike="noStrike">
                  <a:solidFill>
                    <a:schemeClr val="dk1"/>
                  </a:solidFill>
                  <a:latin typeface="Gowun Batang"/>
                  <a:ea typeface="Gowun Batang"/>
                  <a:cs typeface="Gowun Batang"/>
                  <a:sym typeface="Gowun Batang"/>
                </a:rPr>
                <a:t> Youth confirmed shared activities can bond or backfire depending entirely on framing and context. Forbes Phase 3 IDIs showed CTA 4 was least practised due to conflicting schedules and youth reluctance.</a:t>
              </a:r>
              <a:endParaRPr b="0" i="0" sz="900" u="none" cap="none" strike="noStrike">
                <a:solidFill>
                  <a:schemeClr val="dk1"/>
                </a:solidFill>
                <a:latin typeface="Gowun Batang"/>
                <a:ea typeface="Gowun Batang"/>
                <a:cs typeface="Gowun Batang"/>
                <a:sym typeface="Gowun Batang"/>
              </a:endParaRPr>
            </a:p>
          </p:txBody>
        </p:sp>
        <p:sp>
          <p:nvSpPr>
            <p:cNvPr id="466" name="Google Shape;466;p54"/>
            <p:cNvSpPr txBox="1"/>
            <p:nvPr/>
          </p:nvSpPr>
          <p:spPr>
            <a:xfrm>
              <a:off x="228600" y="1756825"/>
              <a:ext cx="2728200" cy="1292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chemeClr val="dk1"/>
                  </a:solidFill>
                  <a:latin typeface="Gowun Batang"/>
                  <a:ea typeface="Gowun Batang"/>
                  <a:cs typeface="Gowun Batang"/>
                  <a:sym typeface="Gowun Batang"/>
                </a:rPr>
                <a:t>Shared Activity Misalignment (2pts)</a:t>
              </a:r>
              <a:endParaRPr b="0" i="0" sz="900" u="none" cap="none" strike="noStrike">
                <a:solidFill>
                  <a:schemeClr val="dk1"/>
                </a:solidFill>
                <a:latin typeface="Gowun Batang"/>
                <a:ea typeface="Gowun Batang"/>
                <a:cs typeface="Gowun Batang"/>
                <a:sym typeface="Gowun Batang"/>
              </a:endParaRPr>
            </a:p>
          </p:txBody>
        </p:sp>
        <p:sp>
          <p:nvSpPr>
            <p:cNvPr id="467" name="Google Shape;467;p54"/>
            <p:cNvSpPr txBox="1"/>
            <p:nvPr/>
          </p:nvSpPr>
          <p:spPr>
            <a:xfrm>
              <a:off x="6187200" y="1756825"/>
              <a:ext cx="2728200" cy="1292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chemeClr val="dk1"/>
                  </a:solidFill>
                  <a:latin typeface="Gowun Batang"/>
                  <a:ea typeface="Gowun Batang"/>
                  <a:cs typeface="Gowun Batang"/>
                  <a:sym typeface="Gowun Batang"/>
                </a:rPr>
                <a:t>Folded into OA2 (Control to Coaching). Shared activities are a mechanism, not a standalone area. Framing determines success.</a:t>
              </a:r>
              <a:endParaRPr b="0" i="0" sz="900" u="none" cap="none" strike="noStrike">
                <a:solidFill>
                  <a:schemeClr val="dk1"/>
                </a:solidFill>
                <a:latin typeface="Gowun Batang"/>
                <a:ea typeface="Gowun Batang"/>
                <a:cs typeface="Gowun Batang"/>
                <a:sym typeface="Gowun Batang"/>
              </a:endParaRPr>
            </a:p>
          </p:txBody>
        </p:sp>
        <p:cxnSp>
          <p:nvCxnSpPr>
            <p:cNvPr id="468" name="Google Shape;468;p54"/>
            <p:cNvCxnSpPr/>
            <p:nvPr/>
          </p:nvCxnSpPr>
          <p:spPr>
            <a:xfrm>
              <a:off x="228600" y="1756825"/>
              <a:ext cx="8686800" cy="0"/>
            </a:xfrm>
            <a:prstGeom prst="straightConnector1">
              <a:avLst/>
            </a:prstGeom>
            <a:noFill/>
            <a:ln cap="flat" cmpd="sng" w="9525">
              <a:solidFill>
                <a:schemeClr val="dk1"/>
              </a:solidFill>
              <a:prstDash val="solid"/>
              <a:round/>
              <a:headEnd len="sm" w="sm" type="none"/>
              <a:tailEnd len="sm" w="sm" type="none"/>
            </a:ln>
          </p:spPr>
        </p:cxnSp>
      </p:grpSp>
      <p:sp>
        <p:nvSpPr>
          <p:cNvPr id="469" name="Google Shape;469;p54"/>
          <p:cNvSpPr txBox="1"/>
          <p:nvPr>
            <p:ph idx="4294967295" type="body"/>
          </p:nvPr>
        </p:nvSpPr>
        <p:spPr>
          <a:xfrm>
            <a:off x="228600" y="4679000"/>
            <a:ext cx="4343400" cy="3243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900"/>
              <a:buNone/>
            </a:pPr>
            <a:r>
              <a:rPr lang="en"/>
              <a:t>Aleph Labs ©</a:t>
            </a:r>
            <a:endParaRPr/>
          </a:p>
        </p:txBody>
      </p:sp>
      <p:sp>
        <p:nvSpPr>
          <p:cNvPr id="470" name="Google Shape;470;p54"/>
          <p:cNvSpPr txBox="1"/>
          <p:nvPr>
            <p:ph idx="4294967295" type="body"/>
          </p:nvPr>
        </p:nvSpPr>
        <p:spPr>
          <a:xfrm>
            <a:off x="243000" y="714050"/>
            <a:ext cx="8672400" cy="4491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1200"/>
              </a:spcAft>
              <a:buSzPts val="900"/>
              <a:buNone/>
            </a:pPr>
            <a:r>
              <a:rPr lang="en"/>
              <a:t>These emerged from both HPB's existing evidence base and our primary research with youth and parents. At the Define Workshop, they scored below the threshold to become standalone opportunity areas but were retained as cross-cutting design constraints applied across all 5 OAs</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Portfolio">
  <a:themeElements>
    <a:clrScheme name="Simple Light">
      <a:dk1>
        <a:srgbClr val="133817"/>
      </a:dk1>
      <a:lt1>
        <a:srgbClr val="E9EBE8"/>
      </a:lt1>
      <a:dk2>
        <a:srgbClr val="C2C7C0"/>
      </a:dk2>
      <a:lt2>
        <a:srgbClr val="EE7630"/>
      </a:lt2>
      <a:accent1>
        <a:srgbClr val="000000"/>
      </a:accent1>
      <a:accent2>
        <a:srgbClr val="931F1D"/>
      </a:accent2>
      <a:accent3>
        <a:srgbClr val="4F7CAC"/>
      </a:accent3>
      <a:accent4>
        <a:srgbClr val="C287E8"/>
      </a:accent4>
      <a:accent5>
        <a:srgbClr val="563635"/>
      </a:accent5>
      <a:accent6>
        <a:srgbClr val="63A46C"/>
      </a:accent6>
      <a:hlink>
        <a:srgbClr val="B7440A"/>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